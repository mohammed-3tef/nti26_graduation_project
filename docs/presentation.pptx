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Default Extension="jpg" ContentType="image/jpg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x="18288000" cy="10287000"/>
  <p:notesSz cx="18288000" cy="102870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/Relationships>
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850" b="0" i="0">
                <a:solidFill>
                  <a:schemeClr val="bg1"/>
                </a:solidFill>
                <a:latin typeface="Lucida Sans Unicode"/>
                <a:cs typeface="Lucida Sans Unicode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0" i="0">
                <a:solidFill>
                  <a:schemeClr val="bg1"/>
                </a:solidFill>
                <a:latin typeface="Lucida Sans Unicode"/>
                <a:cs typeface="Lucida Sans Unicode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850" b="0" i="0">
                <a:solidFill>
                  <a:schemeClr val="bg1"/>
                </a:solidFill>
                <a:latin typeface="Lucida Sans Unicode"/>
                <a:cs typeface="Lucida Sans Unicode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100" b="0" i="0">
                <a:solidFill>
                  <a:schemeClr val="bg1"/>
                </a:solidFill>
                <a:latin typeface="Lucida Sans Unicode"/>
                <a:cs typeface="Lucida Sans Unicode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850" b="0" i="0">
                <a:solidFill>
                  <a:schemeClr val="bg1"/>
                </a:solidFill>
                <a:latin typeface="Lucida Sans Unicode"/>
                <a:cs typeface="Lucida Sans Unicode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850" b="0" i="0">
                <a:solidFill>
                  <a:schemeClr val="bg1"/>
                </a:solidFill>
                <a:latin typeface="Lucida Sans Unicode"/>
                <a:cs typeface="Lucida Sans Unicode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21335" y="123647"/>
            <a:ext cx="16985502" cy="200766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850" b="0" i="0">
                <a:solidFill>
                  <a:schemeClr val="bg1"/>
                </a:solidFill>
                <a:latin typeface="Lucida Sans Unicode"/>
                <a:cs typeface="Lucida Sans Unicode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90927" y="2368225"/>
            <a:ext cx="9295130" cy="62509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0" i="0">
                <a:solidFill>
                  <a:schemeClr val="bg1"/>
                </a:solidFill>
                <a:latin typeface="Lucida Sans Unicode"/>
                <a:cs typeface="Lucida Sans Unicode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hyperlink" Target="https://www.kaggle.com/datasets/pavansubhasht/ibm-hr-analytics-attrition-dataset" TargetMode="External"/></Relationships>
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/Relationships>
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/Relationships>
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/Relationships>
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jp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/Relationships>
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5.jp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/Relationships>
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0.jpg"/><Relationship Id="rId4" Type="http://schemas.openxmlformats.org/officeDocument/2006/relationships/image" Target="../media/image41.png"/><Relationship Id="rId5" Type="http://schemas.openxmlformats.org/officeDocument/2006/relationships/image" Target="../media/image42.png"/></Relationships>
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jpg"/><Relationship Id="rId7" Type="http://schemas.openxmlformats.org/officeDocument/2006/relationships/image" Target="../media/image47.jpg"/><Relationship Id="rId8" Type="http://schemas.openxmlformats.org/officeDocument/2006/relationships/image" Target="../media/image48.jpg"/></Relationships>
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jpg"/><Relationship Id="rId7" Type="http://schemas.openxmlformats.org/officeDocument/2006/relationships/image" Target="../media/image53.jpg"/><Relationship Id="rId8" Type="http://schemas.openxmlformats.org/officeDocument/2006/relationships/image" Target="../media/image54.png"/><Relationship Id="rId9" Type="http://schemas.openxmlformats.org/officeDocument/2006/relationships/image" Target="../media/image55.jpg"/><Relationship Id="rId10" Type="http://schemas.openxmlformats.org/officeDocument/2006/relationships/image" Target="../media/image56.jpg"/></Relationships>
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57.jpg"/><Relationship Id="rId4" Type="http://schemas.openxmlformats.org/officeDocument/2006/relationships/image" Target="../media/image58.png"/><Relationship Id="rId5" Type="http://schemas.openxmlformats.org/officeDocument/2006/relationships/image" Target="../media/image59.jpg"/><Relationship Id="rId6" Type="http://schemas.openxmlformats.org/officeDocument/2006/relationships/image" Target="../media/image60.png"/><Relationship Id="rId7" Type="http://schemas.openxmlformats.org/officeDocument/2006/relationships/image" Target="../media/image61.png"/><Relationship Id="rId8" Type="http://schemas.openxmlformats.org/officeDocument/2006/relationships/image" Target="../media/image62.jpg"/><Relationship Id="rId9" Type="http://schemas.openxmlformats.org/officeDocument/2006/relationships/image" Target="../media/image63.jpg"/><Relationship Id="rId10" Type="http://schemas.openxmlformats.org/officeDocument/2006/relationships/image" Target="../media/image64.jpg"/></Relationships>
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/Relationships>
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5.png"/><Relationship Id="rId3" Type="http://schemas.openxmlformats.org/officeDocument/2006/relationships/image" Target="../media/image67.png"/></Relationships>
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5.png"/><Relationship Id="rId3" Type="http://schemas.openxmlformats.org/officeDocument/2006/relationships/image" Target="../media/image68.png"/></Relationships>
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9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84133" y="1702612"/>
            <a:ext cx="16230599" cy="6877049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971435" y="2493708"/>
            <a:ext cx="2966085" cy="2113280"/>
          </a:xfrm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3700" spc="295" b="1">
                <a:latin typeface="Arial"/>
                <a:cs typeface="Arial"/>
              </a:rPr>
              <a:t>NTI</a:t>
            </a:r>
            <a:endParaRPr sz="137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71435" y="4227258"/>
            <a:ext cx="14434819" cy="3846829"/>
          </a:xfrm>
          <a:prstGeom prst="rect">
            <a:avLst/>
          </a:prstGeom>
        </p:spPr>
        <p:txBody>
          <a:bodyPr wrap="square" lIns="0" tIns="365760" rIns="0" bIns="0" rtlCol="0" vert="horz">
            <a:spAutoFit/>
          </a:bodyPr>
          <a:lstStyle/>
          <a:p>
            <a:pPr marL="12700" marR="5080">
              <a:lnSpc>
                <a:spcPts val="13650"/>
              </a:lnSpc>
              <a:spcBef>
                <a:spcPts val="2880"/>
              </a:spcBef>
            </a:pPr>
            <a:r>
              <a:rPr dirty="0" sz="13700" spc="175" b="1">
                <a:solidFill>
                  <a:srgbClr val="FFFFFF"/>
                </a:solidFill>
                <a:latin typeface="Arial"/>
                <a:cs typeface="Arial"/>
              </a:rPr>
              <a:t>DATA</a:t>
            </a:r>
            <a:r>
              <a:rPr dirty="0" sz="13700" spc="-615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3700" spc="195" b="1">
                <a:solidFill>
                  <a:srgbClr val="FFFFFF"/>
                </a:solidFill>
                <a:latin typeface="Arial"/>
                <a:cs typeface="Arial"/>
              </a:rPr>
              <a:t>ANALYSIS </a:t>
            </a:r>
            <a:r>
              <a:rPr dirty="0" sz="13700" b="1">
                <a:solidFill>
                  <a:srgbClr val="FFFFFF"/>
                </a:solidFill>
                <a:latin typeface="Arial"/>
                <a:cs typeface="Arial"/>
              </a:rPr>
              <a:t>FINAL</a:t>
            </a:r>
            <a:r>
              <a:rPr dirty="0" sz="13700" spc="-500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3700" spc="-430" b="1">
                <a:solidFill>
                  <a:srgbClr val="FFFFFF"/>
                </a:solidFill>
                <a:latin typeface="Arial"/>
                <a:cs typeface="Arial"/>
              </a:rPr>
              <a:t>PROJECT</a:t>
            </a:r>
            <a:endParaRPr sz="137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024717" y="824918"/>
            <a:ext cx="16598900" cy="2405380"/>
            <a:chOff x="1024717" y="824918"/>
            <a:chExt cx="16598900" cy="2405380"/>
          </a:xfrm>
        </p:grpSpPr>
        <p:sp>
          <p:nvSpPr>
            <p:cNvPr id="6" name="object 6"/>
            <p:cNvSpPr/>
            <p:nvPr/>
          </p:nvSpPr>
          <p:spPr>
            <a:xfrm>
              <a:off x="1039005" y="1524525"/>
              <a:ext cx="360680" cy="0"/>
            </a:xfrm>
            <a:custGeom>
              <a:avLst/>
              <a:gdLst/>
              <a:ahLst/>
              <a:cxnLst/>
              <a:rect l="l" t="t" r="r" b="b"/>
              <a:pathLst>
                <a:path w="360680" h="0">
                  <a:moveTo>
                    <a:pt x="0" y="0"/>
                  </a:moveTo>
                  <a:lnTo>
                    <a:pt x="360566" y="0"/>
                  </a:lnTo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1385232" y="1524471"/>
              <a:ext cx="0" cy="360680"/>
            </a:xfrm>
            <a:custGeom>
              <a:avLst/>
              <a:gdLst/>
              <a:ahLst/>
              <a:cxnLst/>
              <a:rect l="l" t="t" r="r" b="b"/>
              <a:pathLst>
                <a:path w="0" h="360680">
                  <a:moveTo>
                    <a:pt x="0" y="360566"/>
                  </a:moveTo>
                  <a:lnTo>
                    <a:pt x="0" y="0"/>
                  </a:lnTo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1039004" y="1524523"/>
              <a:ext cx="346710" cy="360680"/>
            </a:xfrm>
            <a:custGeom>
              <a:avLst/>
              <a:gdLst/>
              <a:ahLst/>
              <a:cxnLst/>
              <a:rect l="l" t="t" r="r" b="b"/>
              <a:pathLst>
                <a:path w="346709" h="360680">
                  <a:moveTo>
                    <a:pt x="0" y="360566"/>
                  </a:moveTo>
                  <a:lnTo>
                    <a:pt x="346279" y="0"/>
                  </a:lnTo>
                </a:path>
              </a:pathLst>
            </a:custGeom>
            <a:ln w="28574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12964462" y="824918"/>
              <a:ext cx="4659630" cy="2405380"/>
            </a:xfrm>
            <a:custGeom>
              <a:avLst/>
              <a:gdLst/>
              <a:ahLst/>
              <a:cxnLst/>
              <a:rect l="l" t="t" r="r" b="b"/>
              <a:pathLst>
                <a:path w="4659630" h="2405380">
                  <a:moveTo>
                    <a:pt x="4306663" y="2405101"/>
                  </a:moveTo>
                  <a:lnTo>
                    <a:pt x="352426" y="2405101"/>
                  </a:lnTo>
                  <a:lnTo>
                    <a:pt x="304603" y="2401884"/>
                  </a:lnTo>
                  <a:lnTo>
                    <a:pt x="258737" y="2392512"/>
                  </a:lnTo>
                  <a:lnTo>
                    <a:pt x="215245" y="2377406"/>
                  </a:lnTo>
                  <a:lnTo>
                    <a:pt x="174549" y="2356985"/>
                  </a:lnTo>
                  <a:lnTo>
                    <a:pt x="137068" y="2331669"/>
                  </a:lnTo>
                  <a:lnTo>
                    <a:pt x="103223" y="2301878"/>
                  </a:lnTo>
                  <a:lnTo>
                    <a:pt x="73432" y="2268032"/>
                  </a:lnTo>
                  <a:lnTo>
                    <a:pt x="48116" y="2230552"/>
                  </a:lnTo>
                  <a:lnTo>
                    <a:pt x="27695" y="2189856"/>
                  </a:lnTo>
                  <a:lnTo>
                    <a:pt x="12588" y="2146364"/>
                  </a:lnTo>
                  <a:lnTo>
                    <a:pt x="3217" y="2100498"/>
                  </a:lnTo>
                  <a:lnTo>
                    <a:pt x="0" y="2052676"/>
                  </a:lnTo>
                  <a:lnTo>
                    <a:pt x="0" y="352425"/>
                  </a:lnTo>
                  <a:lnTo>
                    <a:pt x="3217" y="304603"/>
                  </a:lnTo>
                  <a:lnTo>
                    <a:pt x="12588" y="258736"/>
                  </a:lnTo>
                  <a:lnTo>
                    <a:pt x="27695" y="215245"/>
                  </a:lnTo>
                  <a:lnTo>
                    <a:pt x="48116" y="174549"/>
                  </a:lnTo>
                  <a:lnTo>
                    <a:pt x="73432" y="137068"/>
                  </a:lnTo>
                  <a:lnTo>
                    <a:pt x="103223" y="103223"/>
                  </a:lnTo>
                  <a:lnTo>
                    <a:pt x="137068" y="73432"/>
                  </a:lnTo>
                  <a:lnTo>
                    <a:pt x="174549" y="48116"/>
                  </a:lnTo>
                  <a:lnTo>
                    <a:pt x="215245" y="27695"/>
                  </a:lnTo>
                  <a:lnTo>
                    <a:pt x="258737" y="12588"/>
                  </a:lnTo>
                  <a:lnTo>
                    <a:pt x="304603" y="3217"/>
                  </a:lnTo>
                  <a:lnTo>
                    <a:pt x="352426" y="0"/>
                  </a:lnTo>
                  <a:lnTo>
                    <a:pt x="4306663" y="0"/>
                  </a:lnTo>
                  <a:lnTo>
                    <a:pt x="4354487" y="3217"/>
                  </a:lnTo>
                  <a:lnTo>
                    <a:pt x="4400355" y="12588"/>
                  </a:lnTo>
                  <a:lnTo>
                    <a:pt x="4443848" y="27695"/>
                  </a:lnTo>
                  <a:lnTo>
                    <a:pt x="4484546" y="48116"/>
                  </a:lnTo>
                  <a:lnTo>
                    <a:pt x="4522028" y="73432"/>
                  </a:lnTo>
                  <a:lnTo>
                    <a:pt x="4555875" y="103223"/>
                  </a:lnTo>
                  <a:lnTo>
                    <a:pt x="4585668" y="137068"/>
                  </a:lnTo>
                  <a:lnTo>
                    <a:pt x="4610985" y="174549"/>
                  </a:lnTo>
                  <a:lnTo>
                    <a:pt x="4631407" y="215245"/>
                  </a:lnTo>
                  <a:lnTo>
                    <a:pt x="4646514" y="258736"/>
                  </a:lnTo>
                  <a:lnTo>
                    <a:pt x="4655886" y="304603"/>
                  </a:lnTo>
                  <a:lnTo>
                    <a:pt x="4659104" y="352425"/>
                  </a:lnTo>
                  <a:lnTo>
                    <a:pt x="4659104" y="2052676"/>
                  </a:lnTo>
                  <a:lnTo>
                    <a:pt x="4655886" y="2100498"/>
                  </a:lnTo>
                  <a:lnTo>
                    <a:pt x="4646514" y="2146364"/>
                  </a:lnTo>
                  <a:lnTo>
                    <a:pt x="4631407" y="2189856"/>
                  </a:lnTo>
                  <a:lnTo>
                    <a:pt x="4610985" y="2230552"/>
                  </a:lnTo>
                  <a:lnTo>
                    <a:pt x="4585668" y="2268032"/>
                  </a:lnTo>
                  <a:lnTo>
                    <a:pt x="4555875" y="2301878"/>
                  </a:lnTo>
                  <a:lnTo>
                    <a:pt x="4522028" y="2331669"/>
                  </a:lnTo>
                  <a:lnTo>
                    <a:pt x="4484546" y="2356985"/>
                  </a:lnTo>
                  <a:lnTo>
                    <a:pt x="4443848" y="2377406"/>
                  </a:lnTo>
                  <a:lnTo>
                    <a:pt x="4400355" y="2392512"/>
                  </a:lnTo>
                  <a:lnTo>
                    <a:pt x="4354487" y="2401884"/>
                  </a:lnTo>
                  <a:lnTo>
                    <a:pt x="4306663" y="2405101"/>
                  </a:lnTo>
                  <a:close/>
                </a:path>
              </a:pathLst>
            </a:custGeom>
            <a:solidFill>
              <a:srgbClr val="1B74BA">
                <a:alpha val="359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149254" y="978657"/>
              <a:ext cx="4286249" cy="2076443"/>
            </a:xfrm>
            <a:prstGeom prst="rect">
              <a:avLst/>
            </a:prstGeom>
          </p:spPr>
        </p:pic>
      </p:grpSp>
      <p:sp>
        <p:nvSpPr>
          <p:cNvPr id="11" name="object 11"/>
          <p:cNvSpPr txBox="1"/>
          <p:nvPr/>
        </p:nvSpPr>
        <p:spPr>
          <a:xfrm>
            <a:off x="14678088" y="8671794"/>
            <a:ext cx="2535555" cy="492759"/>
          </a:xfrm>
          <a:prstGeom prst="rect">
            <a:avLst/>
          </a:prstGeom>
        </p:spPr>
        <p:txBody>
          <a:bodyPr wrap="square" lIns="0" tIns="1460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dirty="0" sz="3050" spc="-20">
                <a:solidFill>
                  <a:srgbClr val="FFFFFF"/>
                </a:solidFill>
                <a:latin typeface="Lucida Sans Unicode"/>
                <a:cs typeface="Lucida Sans Unicode"/>
              </a:rPr>
              <a:t>AUGEST</a:t>
            </a:r>
            <a:r>
              <a:rPr dirty="0" sz="3050" spc="-19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050" spc="-50">
                <a:solidFill>
                  <a:srgbClr val="FFFFFF"/>
                </a:solidFill>
                <a:latin typeface="Lucida Sans Unicode"/>
                <a:cs typeface="Lucida Sans Unicode"/>
              </a:rPr>
              <a:t>2026</a:t>
            </a:r>
            <a:endParaRPr sz="3050">
              <a:latin typeface="Lucida Sans Unicode"/>
              <a:cs typeface="Lucida Sans Unicode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016000" y="8065288"/>
            <a:ext cx="11672570" cy="848994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5400">
                <a:solidFill>
                  <a:srgbClr val="FFFFFF"/>
                </a:solidFill>
                <a:latin typeface="Lucida Sans Unicode"/>
                <a:cs typeface="Lucida Sans Unicode"/>
              </a:rPr>
              <a:t>RAW</a:t>
            </a:r>
            <a:r>
              <a:rPr dirty="0" sz="5400" spc="-434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5400" spc="-330">
                <a:solidFill>
                  <a:srgbClr val="FFFFFF"/>
                </a:solidFill>
                <a:latin typeface="Lucida Sans Unicode"/>
                <a:cs typeface="Lucida Sans Unicode"/>
              </a:rPr>
              <a:t>DATA</a:t>
            </a:r>
            <a:r>
              <a:rPr dirty="0" sz="5400" spc="-434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5400" spc="-290">
                <a:solidFill>
                  <a:srgbClr val="FFFFFF"/>
                </a:solidFill>
                <a:latin typeface="Lucida Sans Unicode"/>
                <a:cs typeface="Lucida Sans Unicode"/>
              </a:rPr>
              <a:t>TO</a:t>
            </a:r>
            <a:r>
              <a:rPr dirty="0" sz="5400" spc="-434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5400" spc="-229">
                <a:solidFill>
                  <a:srgbClr val="FFFFFF"/>
                </a:solidFill>
                <a:latin typeface="Lucida Sans Unicode"/>
                <a:cs typeface="Lucida Sans Unicode"/>
              </a:rPr>
              <a:t>ACTIONABLE</a:t>
            </a:r>
            <a:r>
              <a:rPr dirty="0" sz="5400" spc="-434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5400" spc="-114">
                <a:solidFill>
                  <a:srgbClr val="FFFFFF"/>
                </a:solidFill>
                <a:latin typeface="Lucida Sans Unicode"/>
                <a:cs typeface="Lucida Sans Unicode"/>
              </a:rPr>
              <a:t>INSIGHTS</a:t>
            </a:r>
            <a:endParaRPr sz="5400">
              <a:latin typeface="Lucida Sans Unicode"/>
              <a:cs typeface="Lucida Sans Unicod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238648" y="908157"/>
            <a:ext cx="4530725" cy="1145540"/>
          </a:xfrm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u="sng" sz="7350" spc="-165">
                <a:uFill>
                  <a:solidFill>
                    <a:srgbClr val="D1B999"/>
                  </a:solidFill>
                </a:uFill>
              </a:rPr>
              <a:t>O</a:t>
            </a:r>
            <a:r>
              <a:rPr dirty="0" sz="7350" spc="-165"/>
              <a:t>UR</a:t>
            </a:r>
            <a:r>
              <a:rPr dirty="0" sz="7350" spc="-400"/>
              <a:t> </a:t>
            </a:r>
            <a:r>
              <a:rPr dirty="0" sz="7350" spc="-440"/>
              <a:t>TEAM</a:t>
            </a:r>
            <a:endParaRPr sz="735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272453"/>
            <a:ext cx="18287999" cy="882968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7366832" y="1857597"/>
            <a:ext cx="587375" cy="767715"/>
          </a:xfrm>
          <a:prstGeom prst="rect">
            <a:avLst/>
          </a:prstGeom>
        </p:spPr>
        <p:txBody>
          <a:bodyPr wrap="square" lIns="0" tIns="152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4850" spc="-905">
                <a:solidFill>
                  <a:srgbClr val="FFFFFF"/>
                </a:solidFill>
                <a:latin typeface="Lucida Sans Unicode"/>
                <a:cs typeface="Lucida Sans Unicode"/>
              </a:rPr>
              <a:t>01</a:t>
            </a:r>
            <a:endParaRPr sz="4850">
              <a:latin typeface="Lucida Sans Unicode"/>
              <a:cs typeface="Lucida Sans Unicode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366832" y="3644343"/>
            <a:ext cx="760730" cy="767715"/>
          </a:xfrm>
          <a:prstGeom prst="rect">
            <a:avLst/>
          </a:prstGeom>
        </p:spPr>
        <p:txBody>
          <a:bodyPr wrap="square" lIns="0" tIns="152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4850" spc="-150">
                <a:solidFill>
                  <a:srgbClr val="FFFFFF"/>
                </a:solidFill>
                <a:latin typeface="Lucida Sans Unicode"/>
                <a:cs typeface="Lucida Sans Unicode"/>
              </a:rPr>
              <a:t>02</a:t>
            </a:r>
            <a:endParaRPr sz="4850">
              <a:latin typeface="Lucida Sans Unicode"/>
              <a:cs typeface="Lucida Sans Unicode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508685" y="3587056"/>
            <a:ext cx="3804920" cy="549910"/>
          </a:xfrm>
          <a:prstGeom prst="rect">
            <a:avLst/>
          </a:prstGeom>
        </p:spPr>
        <p:txBody>
          <a:bodyPr wrap="square" lIns="0" tIns="1778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dirty="0" sz="3400" spc="445" b="1">
                <a:solidFill>
                  <a:srgbClr val="FFFFFF"/>
                </a:solidFill>
                <a:latin typeface="Trebuchet MS"/>
                <a:cs typeface="Trebuchet MS"/>
              </a:rPr>
              <a:t>Mohammed</a:t>
            </a:r>
            <a:r>
              <a:rPr dirty="0" sz="3400" spc="-290" b="1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3400" spc="110" b="1">
                <a:solidFill>
                  <a:srgbClr val="FFFFFF"/>
                </a:solidFill>
                <a:latin typeface="Trebuchet MS"/>
                <a:cs typeface="Trebuchet MS"/>
              </a:rPr>
              <a:t>Atef</a:t>
            </a:r>
            <a:endParaRPr sz="3400">
              <a:latin typeface="Trebuchet MS"/>
              <a:cs typeface="Trebuchet M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366832" y="5431090"/>
            <a:ext cx="768350" cy="767715"/>
          </a:xfrm>
          <a:prstGeom prst="rect">
            <a:avLst/>
          </a:prstGeom>
        </p:spPr>
        <p:txBody>
          <a:bodyPr wrap="square" lIns="0" tIns="152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4850" spc="-120">
                <a:solidFill>
                  <a:srgbClr val="FFFFFF"/>
                </a:solidFill>
                <a:latin typeface="Lucida Sans Unicode"/>
                <a:cs typeface="Lucida Sans Unicode"/>
              </a:rPr>
              <a:t>03</a:t>
            </a:r>
            <a:endParaRPr sz="4850">
              <a:latin typeface="Lucida Sans Unicode"/>
              <a:cs typeface="Lucida Sans Unicode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508685" y="5373824"/>
            <a:ext cx="4136390" cy="549910"/>
          </a:xfrm>
          <a:prstGeom prst="rect">
            <a:avLst/>
          </a:prstGeom>
        </p:spPr>
        <p:txBody>
          <a:bodyPr wrap="square" lIns="0" tIns="1778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dirty="0" sz="3400" spc="430" b="1">
                <a:solidFill>
                  <a:srgbClr val="FFFFFF"/>
                </a:solidFill>
                <a:latin typeface="Trebuchet MS"/>
                <a:cs typeface="Trebuchet MS"/>
              </a:rPr>
              <a:t>Mahmoud</a:t>
            </a:r>
            <a:r>
              <a:rPr dirty="0" sz="3400" spc="-290" b="1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3400" spc="390" b="1">
                <a:solidFill>
                  <a:srgbClr val="FFFFFF"/>
                </a:solidFill>
                <a:latin typeface="Trebuchet MS"/>
                <a:cs typeface="Trebuchet MS"/>
              </a:rPr>
              <a:t>Hassan</a:t>
            </a:r>
            <a:endParaRPr sz="3400">
              <a:latin typeface="Trebuchet MS"/>
              <a:cs typeface="Trebuchet M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366832" y="7217836"/>
            <a:ext cx="786130" cy="767715"/>
          </a:xfrm>
          <a:prstGeom prst="rect">
            <a:avLst/>
          </a:prstGeom>
        </p:spPr>
        <p:txBody>
          <a:bodyPr wrap="square" lIns="0" tIns="152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4850" spc="-50">
                <a:solidFill>
                  <a:srgbClr val="FFFFFF"/>
                </a:solidFill>
                <a:latin typeface="Lucida Sans Unicode"/>
                <a:cs typeface="Lucida Sans Unicode"/>
              </a:rPr>
              <a:t>04</a:t>
            </a:r>
            <a:endParaRPr sz="4850">
              <a:latin typeface="Lucida Sans Unicode"/>
              <a:cs typeface="Lucida Sans Unicode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508685" y="7160562"/>
            <a:ext cx="2624455" cy="549910"/>
          </a:xfrm>
          <a:prstGeom prst="rect">
            <a:avLst/>
          </a:prstGeom>
        </p:spPr>
        <p:txBody>
          <a:bodyPr wrap="square" lIns="0" tIns="1778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dirty="0" sz="3400" spc="254" b="1">
                <a:solidFill>
                  <a:srgbClr val="FFFFFF"/>
                </a:solidFill>
                <a:latin typeface="Trebuchet MS"/>
                <a:cs typeface="Trebuchet MS"/>
              </a:rPr>
              <a:t>Youssef</a:t>
            </a:r>
            <a:r>
              <a:rPr dirty="0" sz="3400" spc="-290" b="1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3400" spc="215" b="1">
                <a:solidFill>
                  <a:srgbClr val="FFFFFF"/>
                </a:solidFill>
                <a:latin typeface="Trebuchet MS"/>
                <a:cs typeface="Trebuchet MS"/>
              </a:rPr>
              <a:t>Aly</a:t>
            </a:r>
            <a:endParaRPr sz="3400">
              <a:latin typeface="Trebuchet MS"/>
              <a:cs typeface="Trebuchet MS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7379543" y="3155228"/>
            <a:ext cx="8990330" cy="5379720"/>
            <a:chOff x="7379543" y="3155228"/>
            <a:chExt cx="8990330" cy="5379720"/>
          </a:xfrm>
        </p:grpSpPr>
        <p:sp>
          <p:nvSpPr>
            <p:cNvPr id="12" name="object 12"/>
            <p:cNvSpPr/>
            <p:nvPr/>
          </p:nvSpPr>
          <p:spPr>
            <a:xfrm>
              <a:off x="7379543" y="3164753"/>
              <a:ext cx="8990330" cy="0"/>
            </a:xfrm>
            <a:custGeom>
              <a:avLst/>
              <a:gdLst/>
              <a:ahLst/>
              <a:cxnLst/>
              <a:rect l="l" t="t" r="r" b="b"/>
              <a:pathLst>
                <a:path w="8990330" h="0">
                  <a:moveTo>
                    <a:pt x="0" y="0"/>
                  </a:moveTo>
                  <a:lnTo>
                    <a:pt x="8989809" y="0"/>
                  </a:lnTo>
                </a:path>
              </a:pathLst>
            </a:custGeom>
            <a:ln w="19050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7379543" y="4951490"/>
              <a:ext cx="8990330" cy="0"/>
            </a:xfrm>
            <a:custGeom>
              <a:avLst/>
              <a:gdLst/>
              <a:ahLst/>
              <a:cxnLst/>
              <a:rect l="l" t="t" r="r" b="b"/>
              <a:pathLst>
                <a:path w="8990330" h="0">
                  <a:moveTo>
                    <a:pt x="0" y="0"/>
                  </a:moveTo>
                  <a:lnTo>
                    <a:pt x="8989809" y="0"/>
                  </a:lnTo>
                </a:path>
              </a:pathLst>
            </a:custGeom>
            <a:ln w="19050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7379543" y="6738258"/>
              <a:ext cx="8990330" cy="0"/>
            </a:xfrm>
            <a:custGeom>
              <a:avLst/>
              <a:gdLst/>
              <a:ahLst/>
              <a:cxnLst/>
              <a:rect l="l" t="t" r="r" b="b"/>
              <a:pathLst>
                <a:path w="8990330" h="0">
                  <a:moveTo>
                    <a:pt x="0" y="0"/>
                  </a:moveTo>
                  <a:lnTo>
                    <a:pt x="8989809" y="0"/>
                  </a:lnTo>
                </a:path>
              </a:pathLst>
            </a:custGeom>
            <a:ln w="19050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7379543" y="8524996"/>
              <a:ext cx="8990330" cy="0"/>
            </a:xfrm>
            <a:custGeom>
              <a:avLst/>
              <a:gdLst/>
              <a:ahLst/>
              <a:cxnLst/>
              <a:rect l="l" t="t" r="r" b="b"/>
              <a:pathLst>
                <a:path w="8990330" h="0">
                  <a:moveTo>
                    <a:pt x="0" y="0"/>
                  </a:moveTo>
                  <a:lnTo>
                    <a:pt x="8989809" y="0"/>
                  </a:lnTo>
                </a:path>
              </a:pathLst>
            </a:custGeom>
            <a:ln w="19050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6" name="object 16"/>
          <p:cNvSpPr txBox="1"/>
          <p:nvPr/>
        </p:nvSpPr>
        <p:spPr>
          <a:xfrm>
            <a:off x="8508683" y="1653741"/>
            <a:ext cx="3207385" cy="1089660"/>
          </a:xfrm>
          <a:prstGeom prst="rect">
            <a:avLst/>
          </a:prstGeom>
        </p:spPr>
        <p:txBody>
          <a:bodyPr wrap="square" lIns="0" tIns="8509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70"/>
              </a:spcBef>
            </a:pPr>
            <a:r>
              <a:rPr dirty="0" sz="3400" spc="229" b="1">
                <a:solidFill>
                  <a:srgbClr val="FFFFFF"/>
                </a:solidFill>
                <a:latin typeface="Trebuchet MS"/>
                <a:cs typeface="Trebuchet MS"/>
              </a:rPr>
              <a:t>Hla</a:t>
            </a:r>
            <a:r>
              <a:rPr dirty="0" sz="3400" spc="-290" b="1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3400" spc="310" b="1">
                <a:solidFill>
                  <a:srgbClr val="FFFFFF"/>
                </a:solidFill>
                <a:latin typeface="Trebuchet MS"/>
                <a:cs typeface="Trebuchet MS"/>
              </a:rPr>
              <a:t>Hany</a:t>
            </a:r>
            <a:endParaRPr sz="34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425"/>
              </a:spcBef>
            </a:pPr>
            <a:r>
              <a:rPr dirty="0" sz="2750" spc="-85">
                <a:solidFill>
                  <a:srgbClr val="FFFFFF"/>
                </a:solidFill>
                <a:latin typeface="Lucida Sans Unicode"/>
                <a:cs typeface="Lucida Sans Unicode"/>
              </a:rPr>
              <a:t>Exploring</a:t>
            </a:r>
            <a:r>
              <a:rPr dirty="0" sz="2750" spc="-114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750" spc="-30">
                <a:solidFill>
                  <a:srgbClr val="FFFFFF"/>
                </a:solidFill>
                <a:latin typeface="Lucida Sans Unicode"/>
                <a:cs typeface="Lucida Sans Unicode"/>
              </a:rPr>
              <a:t>The</a:t>
            </a:r>
            <a:r>
              <a:rPr dirty="0" sz="2750" spc="-114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750" spc="95">
                <a:solidFill>
                  <a:srgbClr val="FFFFFF"/>
                </a:solidFill>
                <a:latin typeface="Lucida Sans Unicode"/>
                <a:cs typeface="Lucida Sans Unicode"/>
              </a:rPr>
              <a:t>Data</a:t>
            </a:r>
            <a:endParaRPr sz="2750">
              <a:latin typeface="Lucida Sans Unicode"/>
              <a:cs typeface="Lucida Sans Unicode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508683" y="4007748"/>
            <a:ext cx="5252720" cy="44323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2750" spc="114">
                <a:solidFill>
                  <a:srgbClr val="FFFFFF"/>
                </a:solidFill>
                <a:latin typeface="Lucida Sans Unicode"/>
                <a:cs typeface="Lucida Sans Unicode"/>
              </a:rPr>
              <a:t>Data</a:t>
            </a:r>
            <a:r>
              <a:rPr dirty="0" sz="2750" spc="-1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750">
                <a:solidFill>
                  <a:srgbClr val="FFFFFF"/>
                </a:solidFill>
                <a:latin typeface="Lucida Sans Unicode"/>
                <a:cs typeface="Lucida Sans Unicode"/>
              </a:rPr>
              <a:t>Processing</a:t>
            </a:r>
            <a:r>
              <a:rPr dirty="0" sz="2750" spc="-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750">
                <a:solidFill>
                  <a:srgbClr val="FFFFFF"/>
                </a:solidFill>
                <a:latin typeface="Lucida Sans Unicode"/>
                <a:cs typeface="Lucida Sans Unicode"/>
              </a:rPr>
              <a:t>And</a:t>
            </a:r>
            <a:r>
              <a:rPr dirty="0" sz="2750" spc="-1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750" spc="50">
                <a:solidFill>
                  <a:srgbClr val="FFFFFF"/>
                </a:solidFill>
                <a:latin typeface="Lucida Sans Unicode"/>
                <a:cs typeface="Lucida Sans Unicode"/>
              </a:rPr>
              <a:t>Cleaning</a:t>
            </a:r>
            <a:endParaRPr sz="2750">
              <a:latin typeface="Lucida Sans Unicode"/>
              <a:cs typeface="Lucida Sans Unicode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508683" y="5794494"/>
            <a:ext cx="5369560" cy="44323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2750">
                <a:solidFill>
                  <a:srgbClr val="FFFFFF"/>
                </a:solidFill>
                <a:latin typeface="Lucida Sans Unicode"/>
                <a:cs typeface="Lucida Sans Unicode"/>
              </a:rPr>
              <a:t>Answering</a:t>
            </a:r>
            <a:r>
              <a:rPr dirty="0" sz="2750" spc="-12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750">
                <a:solidFill>
                  <a:srgbClr val="FFFFFF"/>
                </a:solidFill>
                <a:latin typeface="Lucida Sans Unicode"/>
                <a:cs typeface="Lucida Sans Unicode"/>
              </a:rPr>
              <a:t>Bussiness</a:t>
            </a:r>
            <a:r>
              <a:rPr dirty="0" sz="2750" spc="-12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750" spc="-10">
                <a:solidFill>
                  <a:srgbClr val="FFFFFF"/>
                </a:solidFill>
                <a:latin typeface="Lucida Sans Unicode"/>
                <a:cs typeface="Lucida Sans Unicode"/>
              </a:rPr>
              <a:t>Questions</a:t>
            </a:r>
            <a:endParaRPr sz="2750">
              <a:latin typeface="Lucida Sans Unicode"/>
              <a:cs typeface="Lucida Sans Unicode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508683" y="7581241"/>
            <a:ext cx="4494530" cy="44323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2750" spc="75">
                <a:solidFill>
                  <a:srgbClr val="FFFFFF"/>
                </a:solidFill>
                <a:latin typeface="Lucida Sans Unicode"/>
                <a:cs typeface="Lucida Sans Unicode"/>
              </a:rPr>
              <a:t>Dashboard</a:t>
            </a:r>
            <a:r>
              <a:rPr dirty="0" sz="2750" spc="-10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750">
                <a:solidFill>
                  <a:srgbClr val="FFFFFF"/>
                </a:solidFill>
                <a:latin typeface="Lucida Sans Unicode"/>
                <a:cs typeface="Lucida Sans Unicode"/>
              </a:rPr>
              <a:t>And</a:t>
            </a:r>
            <a:r>
              <a:rPr dirty="0" sz="2750" spc="-9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750" spc="-10">
                <a:solidFill>
                  <a:srgbClr val="FFFFFF"/>
                </a:solidFill>
                <a:latin typeface="Lucida Sans Unicode"/>
                <a:cs typeface="Lucida Sans Unicode"/>
              </a:rPr>
              <a:t>Reporting</a:t>
            </a:r>
            <a:endParaRPr sz="2750">
              <a:latin typeface="Lucida Sans Unicode"/>
              <a:cs typeface="Lucida Sans Unicod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445442" y="1160416"/>
            <a:ext cx="9041765" cy="1156335"/>
          </a:xfrm>
          <a:prstGeom prst="rect"/>
        </p:spPr>
        <p:txBody>
          <a:bodyPr wrap="square" lIns="0" tIns="152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u="sng" sz="7400" spc="-430">
                <a:uFill>
                  <a:solidFill>
                    <a:srgbClr val="D1B999"/>
                  </a:solidFill>
                </a:uFill>
              </a:rPr>
              <a:t>TABLE</a:t>
            </a:r>
            <a:r>
              <a:rPr dirty="0" u="sng" sz="7400" spc="-310">
                <a:uFill>
                  <a:solidFill>
                    <a:srgbClr val="D1B999"/>
                  </a:solidFill>
                </a:uFill>
              </a:rPr>
              <a:t> </a:t>
            </a:r>
            <a:r>
              <a:rPr dirty="0" u="sng" sz="7400">
                <a:uFill>
                  <a:solidFill>
                    <a:srgbClr val="D1B999"/>
                  </a:solidFill>
                </a:uFill>
              </a:rPr>
              <a:t>O</a:t>
            </a:r>
            <a:r>
              <a:rPr dirty="0" sz="7400"/>
              <a:t>F</a:t>
            </a:r>
            <a:r>
              <a:rPr dirty="0" sz="7400" spc="-575"/>
              <a:t> </a:t>
            </a:r>
            <a:r>
              <a:rPr dirty="0" sz="7400" spc="-190"/>
              <a:t>CONTENTS</a:t>
            </a:r>
            <a:endParaRPr sz="7400"/>
          </a:p>
        </p:txBody>
      </p:sp>
      <p:sp>
        <p:nvSpPr>
          <p:cNvPr id="3" name="object 3"/>
          <p:cNvSpPr txBox="1"/>
          <p:nvPr/>
        </p:nvSpPr>
        <p:spPr>
          <a:xfrm>
            <a:off x="1445442" y="3325086"/>
            <a:ext cx="469265" cy="61214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3850" spc="-725">
                <a:solidFill>
                  <a:srgbClr val="FFFFFF"/>
                </a:solidFill>
                <a:latin typeface="Lucida Sans Unicode"/>
                <a:cs typeface="Lucida Sans Unicode"/>
              </a:rPr>
              <a:t>01</a:t>
            </a:r>
            <a:endParaRPr sz="3850">
              <a:latin typeface="Lucida Sans Unicode"/>
              <a:cs typeface="Lucida Sans Unicod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458141" y="4336176"/>
            <a:ext cx="15801340" cy="4280535"/>
            <a:chOff x="1458141" y="4336176"/>
            <a:chExt cx="15801340" cy="4280535"/>
          </a:xfrm>
        </p:grpSpPr>
        <p:sp>
          <p:nvSpPr>
            <p:cNvPr id="5" name="object 5"/>
            <p:cNvSpPr/>
            <p:nvPr/>
          </p:nvSpPr>
          <p:spPr>
            <a:xfrm>
              <a:off x="1458141" y="4359988"/>
              <a:ext cx="7099300" cy="0"/>
            </a:xfrm>
            <a:custGeom>
              <a:avLst/>
              <a:gdLst/>
              <a:ahLst/>
              <a:cxnLst/>
              <a:rect l="l" t="t" r="r" b="b"/>
              <a:pathLst>
                <a:path w="7099300" h="0">
                  <a:moveTo>
                    <a:pt x="0" y="0"/>
                  </a:moveTo>
                  <a:lnTo>
                    <a:pt x="7099068" y="0"/>
                  </a:lnTo>
                </a:path>
              </a:pathLst>
            </a:custGeom>
            <a:ln w="47625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10160233" y="4359988"/>
              <a:ext cx="7099300" cy="0"/>
            </a:xfrm>
            <a:custGeom>
              <a:avLst/>
              <a:gdLst/>
              <a:ahLst/>
              <a:cxnLst/>
              <a:rect l="l" t="t" r="r" b="b"/>
              <a:pathLst>
                <a:path w="7099300" h="0">
                  <a:moveTo>
                    <a:pt x="0" y="0"/>
                  </a:moveTo>
                  <a:lnTo>
                    <a:pt x="7099068" y="0"/>
                  </a:lnTo>
                </a:path>
              </a:pathLst>
            </a:custGeom>
            <a:ln w="47625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1458141" y="5770938"/>
              <a:ext cx="7099300" cy="0"/>
            </a:xfrm>
            <a:custGeom>
              <a:avLst/>
              <a:gdLst/>
              <a:ahLst/>
              <a:cxnLst/>
              <a:rect l="l" t="t" r="r" b="b"/>
              <a:pathLst>
                <a:path w="7099300" h="0">
                  <a:moveTo>
                    <a:pt x="0" y="0"/>
                  </a:moveTo>
                  <a:lnTo>
                    <a:pt x="7099068" y="0"/>
                  </a:lnTo>
                </a:path>
              </a:pathLst>
            </a:custGeom>
            <a:ln w="47625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10160233" y="5770938"/>
              <a:ext cx="7099300" cy="0"/>
            </a:xfrm>
            <a:custGeom>
              <a:avLst/>
              <a:gdLst/>
              <a:ahLst/>
              <a:cxnLst/>
              <a:rect l="l" t="t" r="r" b="b"/>
              <a:pathLst>
                <a:path w="7099300" h="0">
                  <a:moveTo>
                    <a:pt x="0" y="0"/>
                  </a:moveTo>
                  <a:lnTo>
                    <a:pt x="7099068" y="0"/>
                  </a:lnTo>
                </a:path>
              </a:pathLst>
            </a:custGeom>
            <a:ln w="47625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1458141" y="7181918"/>
              <a:ext cx="7099300" cy="0"/>
            </a:xfrm>
            <a:custGeom>
              <a:avLst/>
              <a:gdLst/>
              <a:ahLst/>
              <a:cxnLst/>
              <a:rect l="l" t="t" r="r" b="b"/>
              <a:pathLst>
                <a:path w="7099300" h="0">
                  <a:moveTo>
                    <a:pt x="0" y="0"/>
                  </a:moveTo>
                  <a:lnTo>
                    <a:pt x="7099068" y="0"/>
                  </a:lnTo>
                </a:path>
              </a:pathLst>
            </a:custGeom>
            <a:ln w="47625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1458141" y="8592868"/>
              <a:ext cx="7099300" cy="0"/>
            </a:xfrm>
            <a:custGeom>
              <a:avLst/>
              <a:gdLst/>
              <a:ahLst/>
              <a:cxnLst/>
              <a:rect l="l" t="t" r="r" b="b"/>
              <a:pathLst>
                <a:path w="7099300" h="0">
                  <a:moveTo>
                    <a:pt x="0" y="0"/>
                  </a:moveTo>
                  <a:lnTo>
                    <a:pt x="7099068" y="0"/>
                  </a:lnTo>
                </a:path>
              </a:pathLst>
            </a:custGeom>
            <a:ln w="47625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2327688" y="3344816"/>
            <a:ext cx="6993890" cy="553720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3450" spc="270" b="1">
                <a:solidFill>
                  <a:srgbClr val="FFFFFF"/>
                </a:solidFill>
                <a:latin typeface="Trebuchet MS"/>
                <a:cs typeface="Trebuchet MS"/>
              </a:rPr>
              <a:t>Business</a:t>
            </a:r>
            <a:r>
              <a:rPr dirty="0" sz="3450" spc="-300" b="1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3450" spc="210" b="1">
                <a:solidFill>
                  <a:srgbClr val="FFFFFF"/>
                </a:solidFill>
                <a:latin typeface="Trebuchet MS"/>
                <a:cs typeface="Trebuchet MS"/>
              </a:rPr>
              <a:t>Problem</a:t>
            </a:r>
            <a:r>
              <a:rPr dirty="0" sz="3450" spc="-295" b="1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3450" spc="315" b="1">
                <a:solidFill>
                  <a:srgbClr val="FFFFFF"/>
                </a:solidFill>
                <a:latin typeface="Trebuchet MS"/>
                <a:cs typeface="Trebuchet MS"/>
              </a:rPr>
              <a:t>&amp;</a:t>
            </a:r>
            <a:r>
              <a:rPr dirty="0" sz="3450" spc="-295" b="1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3450" spc="160" b="1">
                <a:solidFill>
                  <a:srgbClr val="FFFFFF"/>
                </a:solidFill>
                <a:latin typeface="Trebuchet MS"/>
                <a:cs typeface="Trebuchet MS"/>
              </a:rPr>
              <a:t>Objectives</a:t>
            </a:r>
            <a:endParaRPr sz="3450">
              <a:latin typeface="Trebuchet MS"/>
              <a:cs typeface="Trebuchet MS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445442" y="4707168"/>
            <a:ext cx="7392034" cy="3434079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892175" indent="-879475">
              <a:lnSpc>
                <a:spcPct val="100000"/>
              </a:lnSpc>
              <a:spcBef>
                <a:spcPts val="95"/>
              </a:spcBef>
              <a:buSzPct val="111594"/>
              <a:buFont typeface="Lucida Sans Unicode"/>
              <a:buAutoNum type="arabicPeriod" startAt="2"/>
              <a:tabLst>
                <a:tab pos="892175" algn="l"/>
              </a:tabLst>
            </a:pPr>
            <a:r>
              <a:rPr dirty="0" sz="3450" spc="270" b="1">
                <a:solidFill>
                  <a:srgbClr val="FFFFFF"/>
                </a:solidFill>
                <a:latin typeface="Trebuchet MS"/>
                <a:cs typeface="Trebuchet MS"/>
              </a:rPr>
              <a:t>Dataset</a:t>
            </a:r>
            <a:r>
              <a:rPr dirty="0" sz="3450" spc="-300" b="1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3450" spc="170" b="1">
                <a:solidFill>
                  <a:srgbClr val="FFFFFF"/>
                </a:solidFill>
                <a:latin typeface="Trebuchet MS"/>
                <a:cs typeface="Trebuchet MS"/>
              </a:rPr>
              <a:t>Overview</a:t>
            </a:r>
            <a:endParaRPr sz="345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2485"/>
              </a:spcBef>
              <a:buClr>
                <a:srgbClr val="FFFFFF"/>
              </a:buClr>
              <a:buFont typeface="Lucida Sans Unicode"/>
              <a:buAutoNum type="arabicPeriod" startAt="2"/>
            </a:pPr>
            <a:endParaRPr sz="3450">
              <a:latin typeface="Trebuchet MS"/>
              <a:cs typeface="Trebuchet MS"/>
            </a:endParaRPr>
          </a:p>
          <a:p>
            <a:pPr marL="892175" indent="-879475">
              <a:lnSpc>
                <a:spcPct val="100000"/>
              </a:lnSpc>
              <a:buSzPct val="111594"/>
              <a:buFont typeface="Lucida Sans Unicode"/>
              <a:buAutoNum type="arabicPeriod" startAt="2"/>
              <a:tabLst>
                <a:tab pos="892175" algn="l"/>
              </a:tabLst>
            </a:pPr>
            <a:r>
              <a:rPr dirty="0" sz="3450" spc="325" b="1">
                <a:solidFill>
                  <a:srgbClr val="FFFFFF"/>
                </a:solidFill>
                <a:latin typeface="Trebuchet MS"/>
                <a:cs typeface="Trebuchet MS"/>
              </a:rPr>
              <a:t>Data</a:t>
            </a:r>
            <a:r>
              <a:rPr dirty="0" sz="3450" spc="-310" b="1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3450" spc="190" b="1">
                <a:solidFill>
                  <a:srgbClr val="FFFFFF"/>
                </a:solidFill>
                <a:latin typeface="Trebuchet MS"/>
                <a:cs typeface="Trebuchet MS"/>
              </a:rPr>
              <a:t>Preparation</a:t>
            </a:r>
            <a:r>
              <a:rPr dirty="0" sz="3450" spc="-305" b="1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3450" spc="315" b="1">
                <a:solidFill>
                  <a:srgbClr val="FFFFFF"/>
                </a:solidFill>
                <a:latin typeface="Trebuchet MS"/>
                <a:cs typeface="Trebuchet MS"/>
              </a:rPr>
              <a:t>&amp;</a:t>
            </a:r>
            <a:r>
              <a:rPr dirty="0" sz="3450" spc="-305" b="1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3450" spc="270" b="1">
                <a:solidFill>
                  <a:srgbClr val="FFFFFF"/>
                </a:solidFill>
                <a:latin typeface="Trebuchet MS"/>
                <a:cs typeface="Trebuchet MS"/>
              </a:rPr>
              <a:t>Cleaning</a:t>
            </a:r>
            <a:endParaRPr sz="345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2480"/>
              </a:spcBef>
              <a:buClr>
                <a:srgbClr val="FFFFFF"/>
              </a:buClr>
              <a:buFont typeface="Lucida Sans Unicode"/>
              <a:buAutoNum type="arabicPeriod" startAt="2"/>
            </a:pPr>
            <a:endParaRPr sz="3450">
              <a:latin typeface="Trebuchet MS"/>
              <a:cs typeface="Trebuchet MS"/>
            </a:endParaRPr>
          </a:p>
          <a:p>
            <a:pPr marL="892175" indent="-879475">
              <a:lnSpc>
                <a:spcPct val="100000"/>
              </a:lnSpc>
              <a:spcBef>
                <a:spcPts val="5"/>
              </a:spcBef>
              <a:buSzPct val="111594"/>
              <a:buFont typeface="Lucida Sans Unicode"/>
              <a:buAutoNum type="arabicPeriod" startAt="2"/>
              <a:tabLst>
                <a:tab pos="892175" algn="l"/>
              </a:tabLst>
            </a:pPr>
            <a:r>
              <a:rPr dirty="0" sz="3450" spc="150" b="1">
                <a:solidFill>
                  <a:srgbClr val="FFFFFF"/>
                </a:solidFill>
                <a:latin typeface="Trebuchet MS"/>
                <a:cs typeface="Trebuchet MS"/>
              </a:rPr>
              <a:t>Exploratory</a:t>
            </a:r>
            <a:r>
              <a:rPr dirty="0" sz="3450" spc="-260" b="1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3450" spc="275" b="1">
                <a:solidFill>
                  <a:srgbClr val="FFFFFF"/>
                </a:solidFill>
                <a:latin typeface="Trebuchet MS"/>
                <a:cs typeface="Trebuchet MS"/>
              </a:rPr>
              <a:t>Analysis</a:t>
            </a:r>
            <a:endParaRPr sz="3450">
              <a:latin typeface="Trebuchet MS"/>
              <a:cs typeface="Trebuchet MS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0147528" y="3296219"/>
            <a:ext cx="5259705" cy="202311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baseline="-3607" sz="5775">
                <a:solidFill>
                  <a:srgbClr val="FFFFFF"/>
                </a:solidFill>
                <a:latin typeface="Lucida Sans Unicode"/>
                <a:cs typeface="Lucida Sans Unicode"/>
              </a:rPr>
              <a:t>05</a:t>
            </a:r>
            <a:r>
              <a:rPr dirty="0" baseline="-3607" sz="5775" spc="-60">
                <a:solidFill>
                  <a:srgbClr val="FFFFFF"/>
                </a:solidFill>
                <a:latin typeface="Lucida Sans Unicode"/>
                <a:cs typeface="Lucida Sans Unicode"/>
              </a:rPr>
              <a:t>  </a:t>
            </a:r>
            <a:r>
              <a:rPr dirty="0" sz="3450" spc="125" b="1">
                <a:solidFill>
                  <a:srgbClr val="FFFFFF"/>
                </a:solidFill>
                <a:latin typeface="Trebuchet MS"/>
                <a:cs typeface="Trebuchet MS"/>
              </a:rPr>
              <a:t>Final</a:t>
            </a:r>
            <a:r>
              <a:rPr dirty="0" sz="3450" spc="-310" b="1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3450" spc="305" b="1">
                <a:solidFill>
                  <a:srgbClr val="FFFFFF"/>
                </a:solidFill>
                <a:latin typeface="Trebuchet MS"/>
                <a:cs typeface="Trebuchet MS"/>
              </a:rPr>
              <a:t>Dashboard</a:t>
            </a:r>
            <a:endParaRPr sz="345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2485"/>
              </a:spcBef>
            </a:pPr>
            <a:endParaRPr sz="345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dirty="0" baseline="-3607" sz="5775">
                <a:solidFill>
                  <a:srgbClr val="FFFFFF"/>
                </a:solidFill>
                <a:latin typeface="Lucida Sans Unicode"/>
                <a:cs typeface="Lucida Sans Unicode"/>
              </a:rPr>
              <a:t>06</a:t>
            </a:r>
            <a:r>
              <a:rPr dirty="0" baseline="-3607" sz="5775" spc="-165">
                <a:solidFill>
                  <a:srgbClr val="FFFFFF"/>
                </a:solidFill>
                <a:latin typeface="Lucida Sans Unicode"/>
                <a:cs typeface="Lucida Sans Unicode"/>
              </a:rPr>
              <a:t>  </a:t>
            </a:r>
            <a:r>
              <a:rPr dirty="0" sz="3450" spc="280" b="1">
                <a:solidFill>
                  <a:srgbClr val="FFFFFF"/>
                </a:solidFill>
                <a:latin typeface="Trebuchet MS"/>
                <a:cs typeface="Trebuchet MS"/>
              </a:rPr>
              <a:t>Recommendations</a:t>
            </a:r>
            <a:endParaRPr sz="345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6843710"/>
            <a:ext cx="6086475" cy="3443604"/>
            <a:chOff x="0" y="6843710"/>
            <a:chExt cx="6086475" cy="3443604"/>
          </a:xfrm>
        </p:grpSpPr>
        <p:sp>
          <p:nvSpPr>
            <p:cNvPr id="3" name="object 3"/>
            <p:cNvSpPr/>
            <p:nvPr/>
          </p:nvSpPr>
          <p:spPr>
            <a:xfrm>
              <a:off x="0" y="6843710"/>
              <a:ext cx="6086475" cy="3422015"/>
            </a:xfrm>
            <a:custGeom>
              <a:avLst/>
              <a:gdLst/>
              <a:ahLst/>
              <a:cxnLst/>
              <a:rect l="l" t="t" r="r" b="b"/>
              <a:pathLst>
                <a:path w="6086475" h="3422015">
                  <a:moveTo>
                    <a:pt x="6086467" y="3421855"/>
                  </a:moveTo>
                  <a:lnTo>
                    <a:pt x="0" y="3421855"/>
                  </a:lnTo>
                  <a:lnTo>
                    <a:pt x="0" y="0"/>
                  </a:lnTo>
                  <a:lnTo>
                    <a:pt x="6086467" y="0"/>
                  </a:lnTo>
                  <a:lnTo>
                    <a:pt x="6086467" y="3421855"/>
                  </a:lnTo>
                  <a:close/>
                </a:path>
              </a:pathLst>
            </a:custGeom>
            <a:solidFill>
              <a:srgbClr val="FF7DB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" name="object 4"/>
            <p:cNvSpPr/>
            <p:nvPr/>
          </p:nvSpPr>
          <p:spPr>
            <a:xfrm>
              <a:off x="0" y="10265565"/>
              <a:ext cx="6086475" cy="21590"/>
            </a:xfrm>
            <a:custGeom>
              <a:avLst/>
              <a:gdLst/>
              <a:ahLst/>
              <a:cxnLst/>
              <a:rect l="l" t="t" r="r" b="b"/>
              <a:pathLst>
                <a:path w="6086475" h="21590">
                  <a:moveTo>
                    <a:pt x="0" y="0"/>
                  </a:moveTo>
                  <a:lnTo>
                    <a:pt x="6086459" y="0"/>
                  </a:lnTo>
                  <a:lnTo>
                    <a:pt x="6086459" y="21432"/>
                  </a:lnTo>
                  <a:lnTo>
                    <a:pt x="0" y="214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1C7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1942063" y="8115400"/>
              <a:ext cx="2202815" cy="878840"/>
            </a:xfrm>
            <a:custGeom>
              <a:avLst/>
              <a:gdLst/>
              <a:ahLst/>
              <a:cxnLst/>
              <a:rect l="l" t="t" r="r" b="b"/>
              <a:pathLst>
                <a:path w="2202815" h="878840">
                  <a:moveTo>
                    <a:pt x="305324" y="411223"/>
                  </a:moveTo>
                  <a:lnTo>
                    <a:pt x="122129" y="411223"/>
                  </a:lnTo>
                  <a:lnTo>
                    <a:pt x="122129" y="350189"/>
                  </a:lnTo>
                  <a:lnTo>
                    <a:pt x="305324" y="350189"/>
                  </a:lnTo>
                  <a:lnTo>
                    <a:pt x="305324" y="411223"/>
                  </a:lnTo>
                  <a:close/>
                </a:path>
                <a:path w="2202815" h="878840">
                  <a:moveTo>
                    <a:pt x="306325" y="294159"/>
                  </a:moveTo>
                  <a:lnTo>
                    <a:pt x="123130" y="294159"/>
                  </a:lnTo>
                  <a:lnTo>
                    <a:pt x="123130" y="233126"/>
                  </a:lnTo>
                  <a:lnTo>
                    <a:pt x="306325" y="233126"/>
                  </a:lnTo>
                  <a:lnTo>
                    <a:pt x="306325" y="294159"/>
                  </a:lnTo>
                  <a:close/>
                </a:path>
                <a:path w="2202815" h="878840">
                  <a:moveTo>
                    <a:pt x="428455" y="178096"/>
                  </a:moveTo>
                  <a:lnTo>
                    <a:pt x="0" y="178096"/>
                  </a:lnTo>
                  <a:lnTo>
                    <a:pt x="0" y="117063"/>
                  </a:lnTo>
                  <a:lnTo>
                    <a:pt x="428455" y="117063"/>
                  </a:lnTo>
                  <a:lnTo>
                    <a:pt x="428455" y="178096"/>
                  </a:lnTo>
                  <a:close/>
                </a:path>
                <a:path w="2202815" h="878840">
                  <a:moveTo>
                    <a:pt x="428455" y="61033"/>
                  </a:moveTo>
                  <a:lnTo>
                    <a:pt x="0" y="61033"/>
                  </a:lnTo>
                  <a:lnTo>
                    <a:pt x="0" y="0"/>
                  </a:lnTo>
                  <a:lnTo>
                    <a:pt x="428455" y="0"/>
                  </a:lnTo>
                  <a:lnTo>
                    <a:pt x="428455" y="61033"/>
                  </a:lnTo>
                  <a:close/>
                </a:path>
                <a:path w="2202815" h="878840">
                  <a:moveTo>
                    <a:pt x="306325" y="700379"/>
                  </a:moveTo>
                  <a:lnTo>
                    <a:pt x="122129" y="700379"/>
                  </a:lnTo>
                  <a:lnTo>
                    <a:pt x="122129" y="467253"/>
                  </a:lnTo>
                  <a:lnTo>
                    <a:pt x="306325" y="467253"/>
                  </a:lnTo>
                  <a:lnTo>
                    <a:pt x="306325" y="700379"/>
                  </a:lnTo>
                  <a:close/>
                </a:path>
                <a:path w="2202815" h="878840">
                  <a:moveTo>
                    <a:pt x="428455" y="878476"/>
                  </a:moveTo>
                  <a:lnTo>
                    <a:pt x="0" y="878476"/>
                  </a:lnTo>
                  <a:lnTo>
                    <a:pt x="0" y="700379"/>
                  </a:lnTo>
                  <a:lnTo>
                    <a:pt x="428455" y="700379"/>
                  </a:lnTo>
                  <a:lnTo>
                    <a:pt x="428455" y="878476"/>
                  </a:lnTo>
                  <a:close/>
                </a:path>
                <a:path w="2202815" h="878840">
                  <a:moveTo>
                    <a:pt x="1167240" y="178096"/>
                  </a:moveTo>
                  <a:lnTo>
                    <a:pt x="489520" y="178096"/>
                  </a:lnTo>
                  <a:lnTo>
                    <a:pt x="489520" y="0"/>
                  </a:lnTo>
                  <a:lnTo>
                    <a:pt x="939998" y="0"/>
                  </a:lnTo>
                  <a:lnTo>
                    <a:pt x="984123" y="4189"/>
                  </a:lnTo>
                  <a:lnTo>
                    <a:pt x="1025714" y="16258"/>
                  </a:lnTo>
                  <a:lnTo>
                    <a:pt x="1063739" y="35456"/>
                  </a:lnTo>
                  <a:lnTo>
                    <a:pt x="1097165" y="61033"/>
                  </a:lnTo>
                  <a:lnTo>
                    <a:pt x="883939" y="61033"/>
                  </a:lnTo>
                  <a:lnTo>
                    <a:pt x="883939" y="117063"/>
                  </a:lnTo>
                  <a:lnTo>
                    <a:pt x="1142213" y="117063"/>
                  </a:lnTo>
                  <a:lnTo>
                    <a:pt x="1150065" y="131524"/>
                  </a:lnTo>
                  <a:lnTo>
                    <a:pt x="1156979" y="146454"/>
                  </a:lnTo>
                  <a:lnTo>
                    <a:pt x="1162766" y="161947"/>
                  </a:lnTo>
                  <a:lnTo>
                    <a:pt x="1167240" y="178096"/>
                  </a:lnTo>
                  <a:close/>
                </a:path>
                <a:path w="2202815" h="878840">
                  <a:moveTo>
                    <a:pt x="1091159" y="411223"/>
                  </a:moveTo>
                  <a:lnTo>
                    <a:pt x="611649" y="411223"/>
                  </a:lnTo>
                  <a:lnTo>
                    <a:pt x="611649" y="178096"/>
                  </a:lnTo>
                  <a:lnTo>
                    <a:pt x="795845" y="178096"/>
                  </a:lnTo>
                  <a:lnTo>
                    <a:pt x="795845" y="350189"/>
                  </a:lnTo>
                  <a:lnTo>
                    <a:pt x="1142213" y="350189"/>
                  </a:lnTo>
                  <a:lnTo>
                    <a:pt x="1131561" y="367042"/>
                  </a:lnTo>
                  <a:lnTo>
                    <a:pt x="1119314" y="382957"/>
                  </a:lnTo>
                  <a:lnTo>
                    <a:pt x="1105753" y="397746"/>
                  </a:lnTo>
                  <a:lnTo>
                    <a:pt x="1091159" y="411223"/>
                  </a:lnTo>
                  <a:close/>
                </a:path>
                <a:path w="2202815" h="878840">
                  <a:moveTo>
                    <a:pt x="1165238" y="295160"/>
                  </a:moveTo>
                  <a:lnTo>
                    <a:pt x="967027" y="295160"/>
                  </a:lnTo>
                  <a:lnTo>
                    <a:pt x="967027" y="234126"/>
                  </a:lnTo>
                  <a:lnTo>
                    <a:pt x="1173246" y="234126"/>
                  </a:lnTo>
                  <a:lnTo>
                    <a:pt x="1172699" y="249854"/>
                  </a:lnTo>
                  <a:lnTo>
                    <a:pt x="1171119" y="265393"/>
                  </a:lnTo>
                  <a:lnTo>
                    <a:pt x="1168601" y="280558"/>
                  </a:lnTo>
                  <a:lnTo>
                    <a:pt x="1165238" y="295160"/>
                  </a:lnTo>
                  <a:close/>
                </a:path>
                <a:path w="2202815" h="878840">
                  <a:moveTo>
                    <a:pt x="939998" y="878476"/>
                  </a:moveTo>
                  <a:lnTo>
                    <a:pt x="489520" y="878476"/>
                  </a:lnTo>
                  <a:lnTo>
                    <a:pt x="489520" y="817443"/>
                  </a:lnTo>
                  <a:lnTo>
                    <a:pt x="883939" y="817443"/>
                  </a:lnTo>
                  <a:lnTo>
                    <a:pt x="883939" y="761412"/>
                  </a:lnTo>
                  <a:lnTo>
                    <a:pt x="489520" y="761412"/>
                  </a:lnTo>
                  <a:lnTo>
                    <a:pt x="489520" y="700379"/>
                  </a:lnTo>
                  <a:lnTo>
                    <a:pt x="968028" y="700379"/>
                  </a:lnTo>
                  <a:lnTo>
                    <a:pt x="968028" y="528286"/>
                  </a:lnTo>
                  <a:lnTo>
                    <a:pt x="611649" y="528286"/>
                  </a:lnTo>
                  <a:lnTo>
                    <a:pt x="611649" y="467253"/>
                  </a:lnTo>
                  <a:lnTo>
                    <a:pt x="1092160" y="467253"/>
                  </a:lnTo>
                  <a:lnTo>
                    <a:pt x="1125946" y="503085"/>
                  </a:lnTo>
                  <a:lnTo>
                    <a:pt x="1151473" y="545295"/>
                  </a:lnTo>
                  <a:lnTo>
                    <a:pt x="1167615" y="592758"/>
                  </a:lnTo>
                  <a:lnTo>
                    <a:pt x="1173246" y="644349"/>
                  </a:lnTo>
                  <a:lnTo>
                    <a:pt x="1168520" y="691466"/>
                  </a:lnTo>
                  <a:lnTo>
                    <a:pt x="1154961" y="735383"/>
                  </a:lnTo>
                  <a:lnTo>
                    <a:pt x="1133495" y="775148"/>
                  </a:lnTo>
                  <a:lnTo>
                    <a:pt x="1105049" y="809814"/>
                  </a:lnTo>
                  <a:lnTo>
                    <a:pt x="1070549" y="838429"/>
                  </a:lnTo>
                  <a:lnTo>
                    <a:pt x="1030923" y="860044"/>
                  </a:lnTo>
                  <a:lnTo>
                    <a:pt x="987097" y="873710"/>
                  </a:lnTo>
                  <a:lnTo>
                    <a:pt x="939998" y="878476"/>
                  </a:lnTo>
                  <a:close/>
                </a:path>
                <a:path w="2202815" h="878840">
                  <a:moveTo>
                    <a:pt x="794844" y="645349"/>
                  </a:moveTo>
                  <a:lnTo>
                    <a:pt x="611649" y="645349"/>
                  </a:lnTo>
                  <a:lnTo>
                    <a:pt x="611649" y="584316"/>
                  </a:lnTo>
                  <a:lnTo>
                    <a:pt x="794844" y="584316"/>
                  </a:lnTo>
                  <a:lnTo>
                    <a:pt x="794844" y="645349"/>
                  </a:lnTo>
                  <a:close/>
                </a:path>
                <a:path w="2202815" h="878840">
                  <a:moveTo>
                    <a:pt x="2202340" y="61033"/>
                  </a:moveTo>
                  <a:lnTo>
                    <a:pt x="1830945" y="61033"/>
                  </a:lnTo>
                  <a:lnTo>
                    <a:pt x="1851967" y="0"/>
                  </a:lnTo>
                  <a:lnTo>
                    <a:pt x="2202340" y="0"/>
                  </a:lnTo>
                  <a:lnTo>
                    <a:pt x="2202340" y="61033"/>
                  </a:lnTo>
                  <a:close/>
                </a:path>
                <a:path w="2202815" h="878840">
                  <a:moveTo>
                    <a:pt x="1528624" y="412223"/>
                  </a:moveTo>
                  <a:lnTo>
                    <a:pt x="1345429" y="412223"/>
                  </a:lnTo>
                  <a:lnTo>
                    <a:pt x="1345429" y="179097"/>
                  </a:lnTo>
                  <a:lnTo>
                    <a:pt x="1223299" y="179097"/>
                  </a:lnTo>
                  <a:lnTo>
                    <a:pt x="1223299" y="1000"/>
                  </a:lnTo>
                  <a:lnTo>
                    <a:pt x="1573672" y="1000"/>
                  </a:lnTo>
                  <a:lnTo>
                    <a:pt x="1697475" y="356193"/>
                  </a:lnTo>
                  <a:lnTo>
                    <a:pt x="1528624" y="356193"/>
                  </a:lnTo>
                  <a:lnTo>
                    <a:pt x="1528624" y="412223"/>
                  </a:lnTo>
                  <a:close/>
                </a:path>
                <a:path w="2202815" h="878840">
                  <a:moveTo>
                    <a:pt x="2202340" y="178096"/>
                  </a:moveTo>
                  <a:lnTo>
                    <a:pt x="1789901" y="178096"/>
                  </a:lnTo>
                  <a:lnTo>
                    <a:pt x="1810924" y="117063"/>
                  </a:lnTo>
                  <a:lnTo>
                    <a:pt x="2202340" y="117063"/>
                  </a:lnTo>
                  <a:lnTo>
                    <a:pt x="2202340" y="178096"/>
                  </a:lnTo>
                  <a:close/>
                </a:path>
                <a:path w="2202815" h="878840">
                  <a:moveTo>
                    <a:pt x="2080210" y="294159"/>
                  </a:moveTo>
                  <a:lnTo>
                    <a:pt x="1749859" y="294159"/>
                  </a:lnTo>
                  <a:lnTo>
                    <a:pt x="1770881" y="233126"/>
                  </a:lnTo>
                  <a:lnTo>
                    <a:pt x="2080210" y="233126"/>
                  </a:lnTo>
                  <a:lnTo>
                    <a:pt x="2080210" y="294159"/>
                  </a:lnTo>
                  <a:close/>
                </a:path>
                <a:path w="2202815" h="878840">
                  <a:moveTo>
                    <a:pt x="1880283" y="400217"/>
                  </a:moveTo>
                  <a:lnTo>
                    <a:pt x="1712820" y="400217"/>
                  </a:lnTo>
                  <a:lnTo>
                    <a:pt x="1729838" y="351190"/>
                  </a:lnTo>
                  <a:lnTo>
                    <a:pt x="2079209" y="351190"/>
                  </a:lnTo>
                  <a:lnTo>
                    <a:pt x="2079209" y="356193"/>
                  </a:lnTo>
                  <a:lnTo>
                    <a:pt x="1896014" y="356193"/>
                  </a:lnTo>
                  <a:lnTo>
                    <a:pt x="1880283" y="400217"/>
                  </a:lnTo>
                  <a:close/>
                </a:path>
                <a:path w="2202815" h="878840">
                  <a:moveTo>
                    <a:pt x="1875993" y="412223"/>
                  </a:moveTo>
                  <a:lnTo>
                    <a:pt x="1548645" y="412223"/>
                  </a:lnTo>
                  <a:lnTo>
                    <a:pt x="1528624" y="356193"/>
                  </a:lnTo>
                  <a:lnTo>
                    <a:pt x="1697475" y="356193"/>
                  </a:lnTo>
                  <a:lnTo>
                    <a:pt x="1712820" y="400217"/>
                  </a:lnTo>
                  <a:lnTo>
                    <a:pt x="1880283" y="400217"/>
                  </a:lnTo>
                  <a:lnTo>
                    <a:pt x="1875993" y="412223"/>
                  </a:lnTo>
                  <a:close/>
                </a:path>
                <a:path w="2202815" h="878840">
                  <a:moveTo>
                    <a:pt x="2079209" y="412223"/>
                  </a:moveTo>
                  <a:lnTo>
                    <a:pt x="1896014" y="412223"/>
                  </a:lnTo>
                  <a:lnTo>
                    <a:pt x="1896014" y="356193"/>
                  </a:lnTo>
                  <a:lnTo>
                    <a:pt x="2079209" y="356193"/>
                  </a:lnTo>
                  <a:lnTo>
                    <a:pt x="2079209" y="412223"/>
                  </a:lnTo>
                  <a:close/>
                </a:path>
                <a:path w="2202815" h="878840">
                  <a:moveTo>
                    <a:pt x="2202340" y="878476"/>
                  </a:moveTo>
                  <a:lnTo>
                    <a:pt x="1896014" y="878476"/>
                  </a:lnTo>
                  <a:lnTo>
                    <a:pt x="1896014" y="467253"/>
                  </a:lnTo>
                  <a:lnTo>
                    <a:pt x="2080210" y="467253"/>
                  </a:lnTo>
                  <a:lnTo>
                    <a:pt x="2080210" y="700379"/>
                  </a:lnTo>
                  <a:lnTo>
                    <a:pt x="2202340" y="700379"/>
                  </a:lnTo>
                  <a:lnTo>
                    <a:pt x="2202340" y="878476"/>
                  </a:lnTo>
                  <a:close/>
                </a:path>
                <a:path w="2202815" h="878840">
                  <a:moveTo>
                    <a:pt x="1529625" y="878476"/>
                  </a:moveTo>
                  <a:lnTo>
                    <a:pt x="1223299" y="878476"/>
                  </a:lnTo>
                  <a:lnTo>
                    <a:pt x="1223299" y="817443"/>
                  </a:lnTo>
                  <a:lnTo>
                    <a:pt x="1529625" y="817443"/>
                  </a:lnTo>
                  <a:lnTo>
                    <a:pt x="1529625" y="878476"/>
                  </a:lnTo>
                  <a:close/>
                </a:path>
                <a:path w="2202815" h="878840">
                  <a:moveTo>
                    <a:pt x="1529625" y="761412"/>
                  </a:moveTo>
                  <a:lnTo>
                    <a:pt x="1223299" y="761412"/>
                  </a:lnTo>
                  <a:lnTo>
                    <a:pt x="1223299" y="700379"/>
                  </a:lnTo>
                  <a:lnTo>
                    <a:pt x="1529625" y="700379"/>
                  </a:lnTo>
                  <a:lnTo>
                    <a:pt x="1529625" y="761412"/>
                  </a:lnTo>
                  <a:close/>
                </a:path>
                <a:path w="2202815" h="878840">
                  <a:moveTo>
                    <a:pt x="1528624" y="645349"/>
                  </a:moveTo>
                  <a:lnTo>
                    <a:pt x="1345429" y="645349"/>
                  </a:lnTo>
                  <a:lnTo>
                    <a:pt x="1345429" y="584316"/>
                  </a:lnTo>
                  <a:lnTo>
                    <a:pt x="1528624" y="584316"/>
                  </a:lnTo>
                  <a:lnTo>
                    <a:pt x="1528624" y="645349"/>
                  </a:lnTo>
                  <a:close/>
                </a:path>
                <a:path w="2202815" h="878840">
                  <a:moveTo>
                    <a:pt x="1528624" y="528286"/>
                  </a:moveTo>
                  <a:lnTo>
                    <a:pt x="1345429" y="528286"/>
                  </a:lnTo>
                  <a:lnTo>
                    <a:pt x="1345429" y="467253"/>
                  </a:lnTo>
                  <a:lnTo>
                    <a:pt x="1528624" y="467253"/>
                  </a:lnTo>
                  <a:lnTo>
                    <a:pt x="1528624" y="528286"/>
                  </a:lnTo>
                  <a:close/>
                </a:path>
                <a:path w="2202815" h="878840">
                  <a:moveTo>
                    <a:pt x="1671776" y="761412"/>
                  </a:moveTo>
                  <a:lnTo>
                    <a:pt x="1650754" y="700379"/>
                  </a:lnTo>
                  <a:lnTo>
                    <a:pt x="1712820" y="700379"/>
                  </a:lnTo>
                  <a:lnTo>
                    <a:pt x="1712820" y="644349"/>
                  </a:lnTo>
                  <a:lnTo>
                    <a:pt x="1630732" y="644349"/>
                  </a:lnTo>
                  <a:lnTo>
                    <a:pt x="1609710" y="583316"/>
                  </a:lnTo>
                  <a:lnTo>
                    <a:pt x="1712820" y="583316"/>
                  </a:lnTo>
                  <a:lnTo>
                    <a:pt x="1712820" y="527285"/>
                  </a:lnTo>
                  <a:lnTo>
                    <a:pt x="1589689" y="527285"/>
                  </a:lnTo>
                  <a:lnTo>
                    <a:pt x="1568666" y="466252"/>
                  </a:lnTo>
                  <a:lnTo>
                    <a:pt x="1856973" y="466252"/>
                  </a:lnTo>
                  <a:lnTo>
                    <a:pt x="1753856" y="760412"/>
                  </a:lnTo>
                  <a:lnTo>
                    <a:pt x="1712820" y="760412"/>
                  </a:lnTo>
                  <a:lnTo>
                    <a:pt x="1671776" y="761412"/>
                  </a:lnTo>
                  <a:close/>
                </a:path>
                <a:path w="2202815" h="878840">
                  <a:moveTo>
                    <a:pt x="1712820" y="877475"/>
                  </a:moveTo>
                  <a:lnTo>
                    <a:pt x="1691797" y="816442"/>
                  </a:lnTo>
                  <a:lnTo>
                    <a:pt x="1712820" y="816442"/>
                  </a:lnTo>
                  <a:lnTo>
                    <a:pt x="1712820" y="760412"/>
                  </a:lnTo>
                  <a:lnTo>
                    <a:pt x="1753856" y="760412"/>
                  </a:lnTo>
                  <a:lnTo>
                    <a:pt x="1712820" y="87747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6" name="object 6"/>
          <p:cNvGrpSpPr/>
          <p:nvPr/>
        </p:nvGrpSpPr>
        <p:grpSpPr>
          <a:xfrm>
            <a:off x="0" y="1000"/>
            <a:ext cx="6086475" cy="6844030"/>
            <a:chOff x="0" y="1000"/>
            <a:chExt cx="6086475" cy="6844030"/>
          </a:xfrm>
        </p:grpSpPr>
        <p:sp>
          <p:nvSpPr>
            <p:cNvPr id="7" name="object 7"/>
            <p:cNvSpPr/>
            <p:nvPr/>
          </p:nvSpPr>
          <p:spPr>
            <a:xfrm>
              <a:off x="0" y="1000"/>
              <a:ext cx="6086475" cy="3422015"/>
            </a:xfrm>
            <a:custGeom>
              <a:avLst/>
              <a:gdLst/>
              <a:ahLst/>
              <a:cxnLst/>
              <a:rect l="l" t="t" r="r" b="b"/>
              <a:pathLst>
                <a:path w="6086475" h="3422015">
                  <a:moveTo>
                    <a:pt x="6086467" y="3421855"/>
                  </a:moveTo>
                  <a:lnTo>
                    <a:pt x="0" y="3421855"/>
                  </a:lnTo>
                  <a:lnTo>
                    <a:pt x="0" y="0"/>
                  </a:lnTo>
                  <a:lnTo>
                    <a:pt x="6086467" y="0"/>
                  </a:lnTo>
                  <a:lnTo>
                    <a:pt x="6086467" y="3421855"/>
                  </a:lnTo>
                  <a:close/>
                </a:path>
              </a:pathLst>
            </a:custGeom>
            <a:solidFill>
              <a:srgbClr val="0F62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0" y="3422855"/>
              <a:ext cx="6086475" cy="3422015"/>
            </a:xfrm>
            <a:custGeom>
              <a:avLst/>
              <a:gdLst/>
              <a:ahLst/>
              <a:cxnLst/>
              <a:rect l="l" t="t" r="r" b="b"/>
              <a:pathLst>
                <a:path w="6086475" h="3422015">
                  <a:moveTo>
                    <a:pt x="6086467" y="3421855"/>
                  </a:moveTo>
                  <a:lnTo>
                    <a:pt x="0" y="3421855"/>
                  </a:lnTo>
                  <a:lnTo>
                    <a:pt x="0" y="0"/>
                  </a:lnTo>
                  <a:lnTo>
                    <a:pt x="6086467" y="0"/>
                  </a:lnTo>
                  <a:lnTo>
                    <a:pt x="6086467" y="3421855"/>
                  </a:lnTo>
                  <a:close/>
                </a:path>
              </a:pathLst>
            </a:custGeom>
            <a:solidFill>
              <a:srgbClr val="BE94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1942063" y="1272689"/>
              <a:ext cx="2202815" cy="878840"/>
            </a:xfrm>
            <a:custGeom>
              <a:avLst/>
              <a:gdLst/>
              <a:ahLst/>
              <a:cxnLst/>
              <a:rect l="l" t="t" r="r" b="b"/>
              <a:pathLst>
                <a:path w="2202815" h="878839">
                  <a:moveTo>
                    <a:pt x="428455" y="178096"/>
                  </a:moveTo>
                  <a:lnTo>
                    <a:pt x="0" y="178096"/>
                  </a:lnTo>
                  <a:lnTo>
                    <a:pt x="0" y="0"/>
                  </a:lnTo>
                  <a:lnTo>
                    <a:pt x="428455" y="0"/>
                  </a:lnTo>
                  <a:lnTo>
                    <a:pt x="428455" y="178096"/>
                  </a:lnTo>
                  <a:close/>
                </a:path>
                <a:path w="2202815" h="878839">
                  <a:moveTo>
                    <a:pt x="306325" y="700379"/>
                  </a:moveTo>
                  <a:lnTo>
                    <a:pt x="122129" y="700379"/>
                  </a:lnTo>
                  <a:lnTo>
                    <a:pt x="122129" y="178096"/>
                  </a:lnTo>
                  <a:lnTo>
                    <a:pt x="306325" y="178096"/>
                  </a:lnTo>
                  <a:lnTo>
                    <a:pt x="306325" y="700379"/>
                  </a:lnTo>
                  <a:close/>
                </a:path>
                <a:path w="2202815" h="878839">
                  <a:moveTo>
                    <a:pt x="428455" y="878476"/>
                  </a:moveTo>
                  <a:lnTo>
                    <a:pt x="0" y="878476"/>
                  </a:lnTo>
                  <a:lnTo>
                    <a:pt x="0" y="700379"/>
                  </a:lnTo>
                  <a:lnTo>
                    <a:pt x="428455" y="700379"/>
                  </a:lnTo>
                  <a:lnTo>
                    <a:pt x="428455" y="878476"/>
                  </a:lnTo>
                  <a:close/>
                </a:path>
                <a:path w="2202815" h="878839">
                  <a:moveTo>
                    <a:pt x="939998" y="878476"/>
                  </a:moveTo>
                  <a:lnTo>
                    <a:pt x="489520" y="878476"/>
                  </a:lnTo>
                  <a:lnTo>
                    <a:pt x="489520" y="700379"/>
                  </a:lnTo>
                  <a:lnTo>
                    <a:pt x="611649" y="700379"/>
                  </a:lnTo>
                  <a:lnTo>
                    <a:pt x="611649" y="178096"/>
                  </a:lnTo>
                  <a:lnTo>
                    <a:pt x="489520" y="178096"/>
                  </a:lnTo>
                  <a:lnTo>
                    <a:pt x="489520" y="0"/>
                  </a:lnTo>
                  <a:lnTo>
                    <a:pt x="939998" y="0"/>
                  </a:lnTo>
                  <a:lnTo>
                    <a:pt x="987097" y="4766"/>
                  </a:lnTo>
                  <a:lnTo>
                    <a:pt x="1030923" y="18431"/>
                  </a:lnTo>
                  <a:lnTo>
                    <a:pt x="1053994" y="31016"/>
                  </a:lnTo>
                  <a:lnTo>
                    <a:pt x="520553" y="31016"/>
                  </a:lnTo>
                  <a:lnTo>
                    <a:pt x="520553" y="148080"/>
                  </a:lnTo>
                  <a:lnTo>
                    <a:pt x="642682" y="148080"/>
                  </a:lnTo>
                  <a:lnTo>
                    <a:pt x="642682" y="731396"/>
                  </a:lnTo>
                  <a:lnTo>
                    <a:pt x="520553" y="731396"/>
                  </a:lnTo>
                  <a:lnTo>
                    <a:pt x="520553" y="848460"/>
                  </a:lnTo>
                  <a:lnTo>
                    <a:pt x="1052160" y="848460"/>
                  </a:lnTo>
                  <a:lnTo>
                    <a:pt x="1030923" y="860044"/>
                  </a:lnTo>
                  <a:lnTo>
                    <a:pt x="987097" y="873710"/>
                  </a:lnTo>
                  <a:lnTo>
                    <a:pt x="939998" y="878476"/>
                  </a:lnTo>
                  <a:close/>
                </a:path>
                <a:path w="2202815" h="878839">
                  <a:moveTo>
                    <a:pt x="1052160" y="848460"/>
                  </a:moveTo>
                  <a:lnTo>
                    <a:pt x="939998" y="848460"/>
                  </a:lnTo>
                  <a:lnTo>
                    <a:pt x="986558" y="842719"/>
                  </a:lnTo>
                  <a:lnTo>
                    <a:pt x="1029318" y="827159"/>
                  </a:lnTo>
                  <a:lnTo>
                    <a:pt x="1067052" y="802989"/>
                  </a:lnTo>
                  <a:lnTo>
                    <a:pt x="1098534" y="771415"/>
                  </a:lnTo>
                  <a:lnTo>
                    <a:pt x="1122539" y="733645"/>
                  </a:lnTo>
                  <a:lnTo>
                    <a:pt x="1137841" y="690887"/>
                  </a:lnTo>
                  <a:lnTo>
                    <a:pt x="1143214" y="644349"/>
                  </a:lnTo>
                  <a:lnTo>
                    <a:pt x="1139381" y="603725"/>
                  </a:lnTo>
                  <a:lnTo>
                    <a:pt x="1127568" y="565158"/>
                  </a:lnTo>
                  <a:lnTo>
                    <a:pt x="1107301" y="529036"/>
                  </a:lnTo>
                  <a:lnTo>
                    <a:pt x="1078108" y="495750"/>
                  </a:lnTo>
                  <a:lnTo>
                    <a:pt x="1039516" y="465687"/>
                  </a:lnTo>
                  <a:lnTo>
                    <a:pt x="991053" y="439238"/>
                  </a:lnTo>
                  <a:lnTo>
                    <a:pt x="1034302" y="416540"/>
                  </a:lnTo>
                  <a:lnTo>
                    <a:pt x="1071434" y="390063"/>
                  </a:lnTo>
                  <a:lnTo>
                    <a:pt x="1101670" y="359194"/>
                  </a:lnTo>
                  <a:lnTo>
                    <a:pt x="1124231" y="323323"/>
                  </a:lnTo>
                  <a:lnTo>
                    <a:pt x="1138339" y="281838"/>
                  </a:lnTo>
                  <a:lnTo>
                    <a:pt x="1143214" y="234126"/>
                  </a:lnTo>
                  <a:lnTo>
                    <a:pt x="1137841" y="187591"/>
                  </a:lnTo>
                  <a:lnTo>
                    <a:pt x="1122539" y="144854"/>
                  </a:lnTo>
                  <a:lnTo>
                    <a:pt x="1098534" y="107139"/>
                  </a:lnTo>
                  <a:lnTo>
                    <a:pt x="1067052" y="75673"/>
                  </a:lnTo>
                  <a:lnTo>
                    <a:pt x="1029318" y="51681"/>
                  </a:lnTo>
                  <a:lnTo>
                    <a:pt x="986558" y="36387"/>
                  </a:lnTo>
                  <a:lnTo>
                    <a:pt x="939998" y="31016"/>
                  </a:lnTo>
                  <a:lnTo>
                    <a:pt x="1053994" y="31016"/>
                  </a:lnTo>
                  <a:lnTo>
                    <a:pt x="1105049" y="68662"/>
                  </a:lnTo>
                  <a:lnTo>
                    <a:pt x="1133495" y="103327"/>
                  </a:lnTo>
                  <a:lnTo>
                    <a:pt x="1154961" y="143093"/>
                  </a:lnTo>
                  <a:lnTo>
                    <a:pt x="1168520" y="187009"/>
                  </a:lnTo>
                  <a:lnTo>
                    <a:pt x="1173246" y="234126"/>
                  </a:lnTo>
                  <a:lnTo>
                    <a:pt x="1167464" y="285907"/>
                  </a:lnTo>
                  <a:lnTo>
                    <a:pt x="1151015" y="333556"/>
                  </a:lnTo>
                  <a:lnTo>
                    <a:pt x="1125243" y="375827"/>
                  </a:lnTo>
                  <a:lnTo>
                    <a:pt x="1091495" y="411471"/>
                  </a:lnTo>
                  <a:lnTo>
                    <a:pt x="1051116" y="439238"/>
                  </a:lnTo>
                  <a:lnTo>
                    <a:pt x="1091880" y="467389"/>
                  </a:lnTo>
                  <a:lnTo>
                    <a:pt x="1125676" y="503080"/>
                  </a:lnTo>
                  <a:lnTo>
                    <a:pt x="1151303" y="545207"/>
                  </a:lnTo>
                  <a:lnTo>
                    <a:pt x="1167560" y="592665"/>
                  </a:lnTo>
                  <a:lnTo>
                    <a:pt x="1173246" y="644349"/>
                  </a:lnTo>
                  <a:lnTo>
                    <a:pt x="1168579" y="690887"/>
                  </a:lnTo>
                  <a:lnTo>
                    <a:pt x="1168520" y="691466"/>
                  </a:lnTo>
                  <a:lnTo>
                    <a:pt x="1154961" y="735383"/>
                  </a:lnTo>
                  <a:lnTo>
                    <a:pt x="1133495" y="775148"/>
                  </a:lnTo>
                  <a:lnTo>
                    <a:pt x="1105049" y="809814"/>
                  </a:lnTo>
                  <a:lnTo>
                    <a:pt x="1070549" y="838429"/>
                  </a:lnTo>
                  <a:lnTo>
                    <a:pt x="1052160" y="848460"/>
                  </a:lnTo>
                  <a:close/>
                </a:path>
                <a:path w="2202815" h="878839">
                  <a:moveTo>
                    <a:pt x="998060" y="380206"/>
                  </a:moveTo>
                  <a:lnTo>
                    <a:pt x="764812" y="380206"/>
                  </a:lnTo>
                  <a:lnTo>
                    <a:pt x="764812" y="147079"/>
                  </a:lnTo>
                  <a:lnTo>
                    <a:pt x="998060" y="147079"/>
                  </a:lnTo>
                  <a:lnTo>
                    <a:pt x="998060" y="178096"/>
                  </a:lnTo>
                  <a:lnTo>
                    <a:pt x="795845" y="178096"/>
                  </a:lnTo>
                  <a:lnTo>
                    <a:pt x="795845" y="350189"/>
                  </a:lnTo>
                  <a:lnTo>
                    <a:pt x="998060" y="350189"/>
                  </a:lnTo>
                  <a:lnTo>
                    <a:pt x="998060" y="380206"/>
                  </a:lnTo>
                  <a:close/>
                </a:path>
                <a:path w="2202815" h="878839">
                  <a:moveTo>
                    <a:pt x="998060" y="350189"/>
                  </a:moveTo>
                  <a:lnTo>
                    <a:pt x="968028" y="350189"/>
                  </a:lnTo>
                  <a:lnTo>
                    <a:pt x="968028" y="178096"/>
                  </a:lnTo>
                  <a:lnTo>
                    <a:pt x="998060" y="178096"/>
                  </a:lnTo>
                  <a:lnTo>
                    <a:pt x="998060" y="350189"/>
                  </a:lnTo>
                  <a:close/>
                </a:path>
                <a:path w="2202815" h="878839">
                  <a:moveTo>
                    <a:pt x="998060" y="730396"/>
                  </a:moveTo>
                  <a:lnTo>
                    <a:pt x="764812" y="730396"/>
                  </a:lnTo>
                  <a:lnTo>
                    <a:pt x="764812" y="497269"/>
                  </a:lnTo>
                  <a:lnTo>
                    <a:pt x="998060" y="497269"/>
                  </a:lnTo>
                  <a:lnTo>
                    <a:pt x="998060" y="528286"/>
                  </a:lnTo>
                  <a:lnTo>
                    <a:pt x="795845" y="528286"/>
                  </a:lnTo>
                  <a:lnTo>
                    <a:pt x="795845" y="700379"/>
                  </a:lnTo>
                  <a:lnTo>
                    <a:pt x="998060" y="700379"/>
                  </a:lnTo>
                  <a:lnTo>
                    <a:pt x="998060" y="730396"/>
                  </a:lnTo>
                  <a:close/>
                </a:path>
                <a:path w="2202815" h="878839">
                  <a:moveTo>
                    <a:pt x="998060" y="700379"/>
                  </a:moveTo>
                  <a:lnTo>
                    <a:pt x="968028" y="700379"/>
                  </a:lnTo>
                  <a:lnTo>
                    <a:pt x="968028" y="528286"/>
                  </a:lnTo>
                  <a:lnTo>
                    <a:pt x="998060" y="528286"/>
                  </a:lnTo>
                  <a:lnTo>
                    <a:pt x="998060" y="700379"/>
                  </a:lnTo>
                  <a:close/>
                </a:path>
                <a:path w="2202815" h="878839">
                  <a:moveTo>
                    <a:pt x="1712820" y="878476"/>
                  </a:moveTo>
                  <a:lnTo>
                    <a:pt x="1691797" y="817443"/>
                  </a:lnTo>
                  <a:lnTo>
                    <a:pt x="1733842" y="817443"/>
                  </a:lnTo>
                  <a:lnTo>
                    <a:pt x="1712820" y="878476"/>
                  </a:lnTo>
                  <a:close/>
                </a:path>
                <a:path w="2202815" h="878839">
                  <a:moveTo>
                    <a:pt x="1752862" y="761412"/>
                  </a:moveTo>
                  <a:lnTo>
                    <a:pt x="1671776" y="761412"/>
                  </a:lnTo>
                  <a:lnTo>
                    <a:pt x="1649753" y="700379"/>
                  </a:lnTo>
                  <a:lnTo>
                    <a:pt x="1773884" y="700379"/>
                  </a:lnTo>
                  <a:lnTo>
                    <a:pt x="1752862" y="761412"/>
                  </a:lnTo>
                  <a:close/>
                </a:path>
                <a:path w="2202815" h="878839">
                  <a:moveTo>
                    <a:pt x="1793906" y="644349"/>
                  </a:moveTo>
                  <a:lnTo>
                    <a:pt x="1630732" y="644349"/>
                  </a:lnTo>
                  <a:lnTo>
                    <a:pt x="1608709" y="583316"/>
                  </a:lnTo>
                  <a:lnTo>
                    <a:pt x="1814928" y="583316"/>
                  </a:lnTo>
                  <a:lnTo>
                    <a:pt x="1793906" y="644349"/>
                  </a:lnTo>
                  <a:close/>
                </a:path>
                <a:path w="2202815" h="878839">
                  <a:moveTo>
                    <a:pt x="1834949" y="528286"/>
                  </a:moveTo>
                  <a:lnTo>
                    <a:pt x="1589689" y="528286"/>
                  </a:lnTo>
                  <a:lnTo>
                    <a:pt x="1567665" y="467253"/>
                  </a:lnTo>
                  <a:lnTo>
                    <a:pt x="1855972" y="467253"/>
                  </a:lnTo>
                  <a:lnTo>
                    <a:pt x="1834949" y="528286"/>
                  </a:lnTo>
                  <a:close/>
                </a:path>
                <a:path w="2202815" h="878839">
                  <a:moveTo>
                    <a:pt x="1675780" y="294159"/>
                  </a:moveTo>
                  <a:lnTo>
                    <a:pt x="1345429" y="294159"/>
                  </a:lnTo>
                  <a:lnTo>
                    <a:pt x="1345429" y="233126"/>
                  </a:lnTo>
                  <a:lnTo>
                    <a:pt x="1654758" y="233126"/>
                  </a:lnTo>
                  <a:lnTo>
                    <a:pt x="1675780" y="294159"/>
                  </a:lnTo>
                  <a:close/>
                </a:path>
                <a:path w="2202815" h="878839">
                  <a:moveTo>
                    <a:pt x="2202340" y="178096"/>
                  </a:moveTo>
                  <a:lnTo>
                    <a:pt x="1789901" y="178096"/>
                  </a:lnTo>
                  <a:lnTo>
                    <a:pt x="1810924" y="117063"/>
                  </a:lnTo>
                  <a:lnTo>
                    <a:pt x="2202340" y="117063"/>
                  </a:lnTo>
                  <a:lnTo>
                    <a:pt x="2202340" y="178096"/>
                  </a:lnTo>
                  <a:close/>
                </a:path>
                <a:path w="2202815" h="878839">
                  <a:moveTo>
                    <a:pt x="2202340" y="61033"/>
                  </a:moveTo>
                  <a:lnTo>
                    <a:pt x="1830945" y="61033"/>
                  </a:lnTo>
                  <a:lnTo>
                    <a:pt x="1851967" y="0"/>
                  </a:lnTo>
                  <a:lnTo>
                    <a:pt x="2202340" y="0"/>
                  </a:lnTo>
                  <a:lnTo>
                    <a:pt x="2202340" y="61033"/>
                  </a:lnTo>
                  <a:close/>
                </a:path>
                <a:path w="2202815" h="878839">
                  <a:moveTo>
                    <a:pt x="1529625" y="878476"/>
                  </a:moveTo>
                  <a:lnTo>
                    <a:pt x="1223299" y="878476"/>
                  </a:lnTo>
                  <a:lnTo>
                    <a:pt x="1223299" y="817443"/>
                  </a:lnTo>
                  <a:lnTo>
                    <a:pt x="1529625" y="817443"/>
                  </a:lnTo>
                  <a:lnTo>
                    <a:pt x="1529625" y="878476"/>
                  </a:lnTo>
                  <a:close/>
                </a:path>
                <a:path w="2202815" h="878839">
                  <a:moveTo>
                    <a:pt x="1529625" y="761412"/>
                  </a:moveTo>
                  <a:lnTo>
                    <a:pt x="1223299" y="761412"/>
                  </a:lnTo>
                  <a:lnTo>
                    <a:pt x="1223299" y="700379"/>
                  </a:lnTo>
                  <a:lnTo>
                    <a:pt x="1529625" y="700379"/>
                  </a:lnTo>
                  <a:lnTo>
                    <a:pt x="1529625" y="761412"/>
                  </a:lnTo>
                  <a:close/>
                </a:path>
                <a:path w="2202815" h="878839">
                  <a:moveTo>
                    <a:pt x="1528624" y="644349"/>
                  </a:moveTo>
                  <a:lnTo>
                    <a:pt x="1345429" y="644349"/>
                  </a:lnTo>
                  <a:lnTo>
                    <a:pt x="1345429" y="583316"/>
                  </a:lnTo>
                  <a:lnTo>
                    <a:pt x="1528624" y="583316"/>
                  </a:lnTo>
                  <a:lnTo>
                    <a:pt x="1528624" y="644349"/>
                  </a:lnTo>
                  <a:close/>
                </a:path>
                <a:path w="2202815" h="878839">
                  <a:moveTo>
                    <a:pt x="1528624" y="528286"/>
                  </a:moveTo>
                  <a:lnTo>
                    <a:pt x="1345429" y="528286"/>
                  </a:lnTo>
                  <a:lnTo>
                    <a:pt x="1345429" y="467253"/>
                  </a:lnTo>
                  <a:lnTo>
                    <a:pt x="1528624" y="467253"/>
                  </a:lnTo>
                  <a:lnTo>
                    <a:pt x="1528624" y="528286"/>
                  </a:lnTo>
                  <a:close/>
                </a:path>
                <a:path w="2202815" h="878839">
                  <a:moveTo>
                    <a:pt x="2080210" y="294159"/>
                  </a:moveTo>
                  <a:lnTo>
                    <a:pt x="1749859" y="294159"/>
                  </a:lnTo>
                  <a:lnTo>
                    <a:pt x="1770881" y="233126"/>
                  </a:lnTo>
                  <a:lnTo>
                    <a:pt x="2080210" y="233126"/>
                  </a:lnTo>
                  <a:lnTo>
                    <a:pt x="2080210" y="294159"/>
                  </a:lnTo>
                  <a:close/>
                </a:path>
                <a:path w="2202815" h="878839">
                  <a:moveTo>
                    <a:pt x="1529625" y="411223"/>
                  </a:moveTo>
                  <a:lnTo>
                    <a:pt x="1346430" y="411223"/>
                  </a:lnTo>
                  <a:lnTo>
                    <a:pt x="1346430" y="350189"/>
                  </a:lnTo>
                  <a:lnTo>
                    <a:pt x="1695801" y="350189"/>
                  </a:lnTo>
                  <a:lnTo>
                    <a:pt x="1697538" y="355192"/>
                  </a:lnTo>
                  <a:lnTo>
                    <a:pt x="1529625" y="355192"/>
                  </a:lnTo>
                  <a:lnTo>
                    <a:pt x="1529625" y="411223"/>
                  </a:lnTo>
                  <a:close/>
                </a:path>
                <a:path w="2202815" h="878839">
                  <a:moveTo>
                    <a:pt x="1881284" y="399216"/>
                  </a:moveTo>
                  <a:lnTo>
                    <a:pt x="1712820" y="399216"/>
                  </a:lnTo>
                  <a:lnTo>
                    <a:pt x="1729838" y="350189"/>
                  </a:lnTo>
                  <a:lnTo>
                    <a:pt x="2079209" y="350189"/>
                  </a:lnTo>
                  <a:lnTo>
                    <a:pt x="2079209" y="355192"/>
                  </a:lnTo>
                  <a:lnTo>
                    <a:pt x="1897015" y="355192"/>
                  </a:lnTo>
                  <a:lnTo>
                    <a:pt x="1881284" y="399216"/>
                  </a:lnTo>
                  <a:close/>
                </a:path>
                <a:path w="2202815" h="878839">
                  <a:moveTo>
                    <a:pt x="1876994" y="411223"/>
                  </a:moveTo>
                  <a:lnTo>
                    <a:pt x="1549646" y="411223"/>
                  </a:lnTo>
                  <a:lnTo>
                    <a:pt x="1529625" y="355192"/>
                  </a:lnTo>
                  <a:lnTo>
                    <a:pt x="1697538" y="355192"/>
                  </a:lnTo>
                  <a:lnTo>
                    <a:pt x="1712820" y="399216"/>
                  </a:lnTo>
                  <a:lnTo>
                    <a:pt x="1881284" y="399216"/>
                  </a:lnTo>
                  <a:lnTo>
                    <a:pt x="1876994" y="411223"/>
                  </a:lnTo>
                  <a:close/>
                </a:path>
                <a:path w="2202815" h="878839">
                  <a:moveTo>
                    <a:pt x="2079209" y="411223"/>
                  </a:moveTo>
                  <a:lnTo>
                    <a:pt x="1897015" y="411223"/>
                  </a:lnTo>
                  <a:lnTo>
                    <a:pt x="1897015" y="355192"/>
                  </a:lnTo>
                  <a:lnTo>
                    <a:pt x="2079209" y="355192"/>
                  </a:lnTo>
                  <a:lnTo>
                    <a:pt x="2079209" y="411223"/>
                  </a:lnTo>
                  <a:close/>
                </a:path>
                <a:path w="2202815" h="878839">
                  <a:moveTo>
                    <a:pt x="2080210" y="528286"/>
                  </a:moveTo>
                  <a:lnTo>
                    <a:pt x="1897015" y="528286"/>
                  </a:lnTo>
                  <a:lnTo>
                    <a:pt x="1897015" y="467253"/>
                  </a:lnTo>
                  <a:lnTo>
                    <a:pt x="2080210" y="467253"/>
                  </a:lnTo>
                  <a:lnTo>
                    <a:pt x="2080210" y="528286"/>
                  </a:lnTo>
                  <a:close/>
                </a:path>
                <a:path w="2202815" h="878839">
                  <a:moveTo>
                    <a:pt x="2079209" y="644349"/>
                  </a:moveTo>
                  <a:lnTo>
                    <a:pt x="1896014" y="644349"/>
                  </a:lnTo>
                  <a:lnTo>
                    <a:pt x="1896014" y="583316"/>
                  </a:lnTo>
                  <a:lnTo>
                    <a:pt x="2079209" y="583316"/>
                  </a:lnTo>
                  <a:lnTo>
                    <a:pt x="2079209" y="644349"/>
                  </a:lnTo>
                  <a:close/>
                </a:path>
                <a:path w="2202815" h="878839">
                  <a:moveTo>
                    <a:pt x="2202340" y="761412"/>
                  </a:moveTo>
                  <a:lnTo>
                    <a:pt x="1896014" y="761412"/>
                  </a:lnTo>
                  <a:lnTo>
                    <a:pt x="1896014" y="700379"/>
                  </a:lnTo>
                  <a:lnTo>
                    <a:pt x="2202340" y="700379"/>
                  </a:lnTo>
                  <a:lnTo>
                    <a:pt x="2202340" y="761412"/>
                  </a:lnTo>
                  <a:close/>
                </a:path>
                <a:path w="2202815" h="878839">
                  <a:moveTo>
                    <a:pt x="2202340" y="878476"/>
                  </a:moveTo>
                  <a:lnTo>
                    <a:pt x="1896014" y="878476"/>
                  </a:lnTo>
                  <a:lnTo>
                    <a:pt x="1896014" y="817443"/>
                  </a:lnTo>
                  <a:lnTo>
                    <a:pt x="2202340" y="817443"/>
                  </a:lnTo>
                  <a:lnTo>
                    <a:pt x="2202340" y="878476"/>
                  </a:lnTo>
                  <a:close/>
                </a:path>
                <a:path w="2202815" h="878839">
                  <a:moveTo>
                    <a:pt x="1635738" y="178096"/>
                  </a:moveTo>
                  <a:lnTo>
                    <a:pt x="1223299" y="178096"/>
                  </a:lnTo>
                  <a:lnTo>
                    <a:pt x="1223299" y="117063"/>
                  </a:lnTo>
                  <a:lnTo>
                    <a:pt x="1614715" y="117063"/>
                  </a:lnTo>
                  <a:lnTo>
                    <a:pt x="1635738" y="178096"/>
                  </a:lnTo>
                  <a:close/>
                </a:path>
                <a:path w="2202815" h="878839">
                  <a:moveTo>
                    <a:pt x="1594694" y="61033"/>
                  </a:moveTo>
                  <a:lnTo>
                    <a:pt x="1223299" y="61033"/>
                  </a:lnTo>
                  <a:lnTo>
                    <a:pt x="1223299" y="0"/>
                  </a:lnTo>
                  <a:lnTo>
                    <a:pt x="1573672" y="0"/>
                  </a:lnTo>
                  <a:lnTo>
                    <a:pt x="1594694" y="6103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1942063" y="4694545"/>
              <a:ext cx="2202815" cy="878840"/>
            </a:xfrm>
            <a:custGeom>
              <a:avLst/>
              <a:gdLst/>
              <a:ahLst/>
              <a:cxnLst/>
              <a:rect l="l" t="t" r="r" b="b"/>
              <a:pathLst>
                <a:path w="2202815" h="878839">
                  <a:moveTo>
                    <a:pt x="1529625" y="878476"/>
                  </a:moveTo>
                  <a:lnTo>
                    <a:pt x="1223299" y="878476"/>
                  </a:lnTo>
                  <a:lnTo>
                    <a:pt x="1223299" y="700379"/>
                  </a:lnTo>
                  <a:lnTo>
                    <a:pt x="1345429" y="700379"/>
                  </a:lnTo>
                  <a:lnTo>
                    <a:pt x="1345429" y="178096"/>
                  </a:lnTo>
                  <a:lnTo>
                    <a:pt x="1223299" y="178096"/>
                  </a:lnTo>
                  <a:lnTo>
                    <a:pt x="1223299" y="0"/>
                  </a:lnTo>
                  <a:lnTo>
                    <a:pt x="1573672" y="0"/>
                  </a:lnTo>
                  <a:lnTo>
                    <a:pt x="1697475" y="355192"/>
                  </a:lnTo>
                  <a:lnTo>
                    <a:pt x="1529625" y="355192"/>
                  </a:lnTo>
                  <a:lnTo>
                    <a:pt x="1529625" y="878476"/>
                  </a:lnTo>
                  <a:close/>
                </a:path>
                <a:path w="2202815" h="878839">
                  <a:moveTo>
                    <a:pt x="1880602" y="399216"/>
                  </a:moveTo>
                  <a:lnTo>
                    <a:pt x="1712820" y="399216"/>
                  </a:lnTo>
                  <a:lnTo>
                    <a:pt x="1851967" y="0"/>
                  </a:lnTo>
                  <a:lnTo>
                    <a:pt x="2202340" y="0"/>
                  </a:lnTo>
                  <a:lnTo>
                    <a:pt x="2202340" y="178096"/>
                  </a:lnTo>
                  <a:lnTo>
                    <a:pt x="2080210" y="178096"/>
                  </a:lnTo>
                  <a:lnTo>
                    <a:pt x="2080210" y="355192"/>
                  </a:lnTo>
                  <a:lnTo>
                    <a:pt x="1896014" y="355192"/>
                  </a:lnTo>
                  <a:lnTo>
                    <a:pt x="1880602" y="399216"/>
                  </a:lnTo>
                  <a:close/>
                </a:path>
                <a:path w="2202815" h="878839">
                  <a:moveTo>
                    <a:pt x="1712820" y="878476"/>
                  </a:moveTo>
                  <a:lnTo>
                    <a:pt x="1529625" y="355192"/>
                  </a:lnTo>
                  <a:lnTo>
                    <a:pt x="1697475" y="355192"/>
                  </a:lnTo>
                  <a:lnTo>
                    <a:pt x="1712820" y="399216"/>
                  </a:lnTo>
                  <a:lnTo>
                    <a:pt x="1880602" y="399216"/>
                  </a:lnTo>
                  <a:lnTo>
                    <a:pt x="1712820" y="878476"/>
                  </a:lnTo>
                  <a:close/>
                </a:path>
                <a:path w="2202815" h="878839">
                  <a:moveTo>
                    <a:pt x="2202340" y="878476"/>
                  </a:moveTo>
                  <a:lnTo>
                    <a:pt x="1896014" y="878476"/>
                  </a:lnTo>
                  <a:lnTo>
                    <a:pt x="1896014" y="355192"/>
                  </a:lnTo>
                  <a:lnTo>
                    <a:pt x="2080210" y="355192"/>
                  </a:lnTo>
                  <a:lnTo>
                    <a:pt x="2080210" y="700379"/>
                  </a:lnTo>
                  <a:lnTo>
                    <a:pt x="2202340" y="700379"/>
                  </a:lnTo>
                  <a:lnTo>
                    <a:pt x="2202340" y="878476"/>
                  </a:lnTo>
                  <a:close/>
                </a:path>
                <a:path w="2202815" h="878839">
                  <a:moveTo>
                    <a:pt x="1167240" y="178096"/>
                  </a:moveTo>
                  <a:lnTo>
                    <a:pt x="489520" y="178096"/>
                  </a:lnTo>
                  <a:lnTo>
                    <a:pt x="489520" y="0"/>
                  </a:lnTo>
                  <a:lnTo>
                    <a:pt x="939998" y="0"/>
                  </a:lnTo>
                  <a:lnTo>
                    <a:pt x="985945" y="4509"/>
                  </a:lnTo>
                  <a:lnTo>
                    <a:pt x="1028827" y="17455"/>
                  </a:lnTo>
                  <a:lnTo>
                    <a:pt x="1067787" y="37962"/>
                  </a:lnTo>
                  <a:lnTo>
                    <a:pt x="1101966" y="65154"/>
                  </a:lnTo>
                  <a:lnTo>
                    <a:pt x="1130507" y="98158"/>
                  </a:lnTo>
                  <a:lnTo>
                    <a:pt x="1152551" y="136097"/>
                  </a:lnTo>
                  <a:lnTo>
                    <a:pt x="1167240" y="178096"/>
                  </a:lnTo>
                  <a:close/>
                </a:path>
                <a:path w="2202815" h="878839">
                  <a:moveTo>
                    <a:pt x="939998" y="878476"/>
                  </a:moveTo>
                  <a:lnTo>
                    <a:pt x="489520" y="878476"/>
                  </a:lnTo>
                  <a:lnTo>
                    <a:pt x="489520" y="700379"/>
                  </a:lnTo>
                  <a:lnTo>
                    <a:pt x="1167240" y="700379"/>
                  </a:lnTo>
                  <a:lnTo>
                    <a:pt x="1152551" y="742379"/>
                  </a:lnTo>
                  <a:lnTo>
                    <a:pt x="1130507" y="780318"/>
                  </a:lnTo>
                  <a:lnTo>
                    <a:pt x="1101966" y="813321"/>
                  </a:lnTo>
                  <a:lnTo>
                    <a:pt x="1067787" y="840514"/>
                  </a:lnTo>
                  <a:lnTo>
                    <a:pt x="1028827" y="861020"/>
                  </a:lnTo>
                  <a:lnTo>
                    <a:pt x="985945" y="873966"/>
                  </a:lnTo>
                  <a:lnTo>
                    <a:pt x="939998" y="878476"/>
                  </a:lnTo>
                  <a:close/>
                </a:path>
                <a:path w="2202815" h="878839">
                  <a:moveTo>
                    <a:pt x="794844" y="644349"/>
                  </a:moveTo>
                  <a:lnTo>
                    <a:pt x="611649" y="644349"/>
                  </a:lnTo>
                  <a:lnTo>
                    <a:pt x="611649" y="466252"/>
                  </a:lnTo>
                  <a:lnTo>
                    <a:pt x="1091159" y="466252"/>
                  </a:lnTo>
                  <a:lnTo>
                    <a:pt x="1125101" y="502241"/>
                  </a:lnTo>
                  <a:lnTo>
                    <a:pt x="1140936" y="528286"/>
                  </a:lnTo>
                  <a:lnTo>
                    <a:pt x="794844" y="528286"/>
                  </a:lnTo>
                  <a:lnTo>
                    <a:pt x="794844" y="644349"/>
                  </a:lnTo>
                  <a:close/>
                </a:path>
                <a:path w="2202815" h="878839">
                  <a:moveTo>
                    <a:pt x="1173246" y="645349"/>
                  </a:moveTo>
                  <a:lnTo>
                    <a:pt x="967027" y="645349"/>
                  </a:lnTo>
                  <a:lnTo>
                    <a:pt x="967027" y="528286"/>
                  </a:lnTo>
                  <a:lnTo>
                    <a:pt x="1140936" y="528286"/>
                  </a:lnTo>
                  <a:lnTo>
                    <a:pt x="1150973" y="544795"/>
                  </a:lnTo>
                  <a:lnTo>
                    <a:pt x="1167459" y="592602"/>
                  </a:lnTo>
                  <a:lnTo>
                    <a:pt x="1173246" y="644349"/>
                  </a:lnTo>
                  <a:lnTo>
                    <a:pt x="1173246" y="645349"/>
                  </a:lnTo>
                  <a:close/>
                </a:path>
                <a:path w="2202815" h="878839">
                  <a:moveTo>
                    <a:pt x="1091159" y="412223"/>
                  </a:moveTo>
                  <a:lnTo>
                    <a:pt x="611649" y="412223"/>
                  </a:lnTo>
                  <a:lnTo>
                    <a:pt x="611649" y="234126"/>
                  </a:lnTo>
                  <a:lnTo>
                    <a:pt x="794844" y="234126"/>
                  </a:lnTo>
                  <a:lnTo>
                    <a:pt x="794844" y="351190"/>
                  </a:lnTo>
                  <a:lnTo>
                    <a:pt x="1139934" y="351190"/>
                  </a:lnTo>
                  <a:lnTo>
                    <a:pt x="1125101" y="375391"/>
                  </a:lnTo>
                  <a:lnTo>
                    <a:pt x="1091159" y="411223"/>
                  </a:lnTo>
                  <a:lnTo>
                    <a:pt x="1091159" y="412223"/>
                  </a:lnTo>
                  <a:close/>
                </a:path>
                <a:path w="2202815" h="878839">
                  <a:moveTo>
                    <a:pt x="1139934" y="351190"/>
                  </a:moveTo>
                  <a:lnTo>
                    <a:pt x="967027" y="351190"/>
                  </a:lnTo>
                  <a:lnTo>
                    <a:pt x="967027" y="234126"/>
                  </a:lnTo>
                  <a:lnTo>
                    <a:pt x="1173246" y="234126"/>
                  </a:lnTo>
                  <a:lnTo>
                    <a:pt x="1167459" y="285717"/>
                  </a:lnTo>
                  <a:lnTo>
                    <a:pt x="1150973" y="333180"/>
                  </a:lnTo>
                  <a:lnTo>
                    <a:pt x="1139934" y="351190"/>
                  </a:lnTo>
                  <a:close/>
                </a:path>
                <a:path w="2202815" h="878839">
                  <a:moveTo>
                    <a:pt x="428455" y="878476"/>
                  </a:moveTo>
                  <a:lnTo>
                    <a:pt x="0" y="878476"/>
                  </a:lnTo>
                  <a:lnTo>
                    <a:pt x="0" y="817443"/>
                  </a:lnTo>
                  <a:lnTo>
                    <a:pt x="428455" y="817443"/>
                  </a:lnTo>
                  <a:lnTo>
                    <a:pt x="428455" y="878476"/>
                  </a:lnTo>
                  <a:close/>
                </a:path>
                <a:path w="2202815" h="878839">
                  <a:moveTo>
                    <a:pt x="428455" y="761412"/>
                  </a:moveTo>
                  <a:lnTo>
                    <a:pt x="0" y="761412"/>
                  </a:lnTo>
                  <a:lnTo>
                    <a:pt x="0" y="700379"/>
                  </a:lnTo>
                  <a:lnTo>
                    <a:pt x="428455" y="700379"/>
                  </a:lnTo>
                  <a:lnTo>
                    <a:pt x="428455" y="761412"/>
                  </a:lnTo>
                  <a:close/>
                </a:path>
                <a:path w="2202815" h="878839">
                  <a:moveTo>
                    <a:pt x="305324" y="644349"/>
                  </a:moveTo>
                  <a:lnTo>
                    <a:pt x="122129" y="644349"/>
                  </a:lnTo>
                  <a:lnTo>
                    <a:pt x="122129" y="583316"/>
                  </a:lnTo>
                  <a:lnTo>
                    <a:pt x="305324" y="583316"/>
                  </a:lnTo>
                  <a:lnTo>
                    <a:pt x="305324" y="644349"/>
                  </a:lnTo>
                  <a:close/>
                </a:path>
                <a:path w="2202815" h="878839">
                  <a:moveTo>
                    <a:pt x="305324" y="528286"/>
                  </a:moveTo>
                  <a:lnTo>
                    <a:pt x="122129" y="528286"/>
                  </a:lnTo>
                  <a:lnTo>
                    <a:pt x="122129" y="467253"/>
                  </a:lnTo>
                  <a:lnTo>
                    <a:pt x="305324" y="467253"/>
                  </a:lnTo>
                  <a:lnTo>
                    <a:pt x="305324" y="528286"/>
                  </a:lnTo>
                  <a:close/>
                </a:path>
                <a:path w="2202815" h="878839">
                  <a:moveTo>
                    <a:pt x="305324" y="411223"/>
                  </a:moveTo>
                  <a:lnTo>
                    <a:pt x="122129" y="411223"/>
                  </a:lnTo>
                  <a:lnTo>
                    <a:pt x="122129" y="350189"/>
                  </a:lnTo>
                  <a:lnTo>
                    <a:pt x="305324" y="350189"/>
                  </a:lnTo>
                  <a:lnTo>
                    <a:pt x="305324" y="411223"/>
                  </a:lnTo>
                  <a:close/>
                </a:path>
                <a:path w="2202815" h="878839">
                  <a:moveTo>
                    <a:pt x="306325" y="294159"/>
                  </a:moveTo>
                  <a:lnTo>
                    <a:pt x="123130" y="294159"/>
                  </a:lnTo>
                  <a:lnTo>
                    <a:pt x="123130" y="233126"/>
                  </a:lnTo>
                  <a:lnTo>
                    <a:pt x="306325" y="233126"/>
                  </a:lnTo>
                  <a:lnTo>
                    <a:pt x="306325" y="294159"/>
                  </a:lnTo>
                  <a:close/>
                </a:path>
                <a:path w="2202815" h="878839">
                  <a:moveTo>
                    <a:pt x="428455" y="178096"/>
                  </a:moveTo>
                  <a:lnTo>
                    <a:pt x="0" y="178096"/>
                  </a:lnTo>
                  <a:lnTo>
                    <a:pt x="0" y="117063"/>
                  </a:lnTo>
                  <a:lnTo>
                    <a:pt x="428455" y="117063"/>
                  </a:lnTo>
                  <a:lnTo>
                    <a:pt x="428455" y="178096"/>
                  </a:lnTo>
                  <a:close/>
                </a:path>
                <a:path w="2202815" h="878839">
                  <a:moveTo>
                    <a:pt x="428455" y="61033"/>
                  </a:moveTo>
                  <a:lnTo>
                    <a:pt x="0" y="61033"/>
                  </a:lnTo>
                  <a:lnTo>
                    <a:pt x="0" y="0"/>
                  </a:lnTo>
                  <a:lnTo>
                    <a:pt x="428455" y="0"/>
                  </a:lnTo>
                  <a:lnTo>
                    <a:pt x="428455" y="6103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93515" y="861064"/>
            <a:ext cx="11794484" cy="6315090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64617" y="0"/>
            <a:ext cx="3876507" cy="10281787"/>
          </a:xfrm>
          <a:prstGeom prst="rect">
            <a:avLst/>
          </a:prstGeom>
        </p:spPr>
      </p:pic>
      <p:sp>
        <p:nvSpPr>
          <p:cNvPr id="13" name="object 13"/>
          <p:cNvSpPr/>
          <p:nvPr/>
        </p:nvSpPr>
        <p:spPr>
          <a:xfrm>
            <a:off x="7175784" y="2368213"/>
            <a:ext cx="2463800" cy="0"/>
          </a:xfrm>
          <a:custGeom>
            <a:avLst/>
            <a:gdLst/>
            <a:ahLst/>
            <a:cxnLst/>
            <a:rect l="l" t="t" r="r" b="b"/>
            <a:pathLst>
              <a:path w="2463800" h="0">
                <a:moveTo>
                  <a:pt x="0" y="0"/>
                </a:moveTo>
                <a:lnTo>
                  <a:pt x="2463574" y="0"/>
                </a:lnTo>
              </a:path>
            </a:pathLst>
          </a:custGeom>
          <a:ln w="57150">
            <a:solidFill>
              <a:srgbClr val="D1B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4" name="object 14"/>
          <p:cNvSpPr/>
          <p:nvPr/>
        </p:nvSpPr>
        <p:spPr>
          <a:xfrm>
            <a:off x="7213793" y="6638010"/>
            <a:ext cx="2463800" cy="0"/>
          </a:xfrm>
          <a:custGeom>
            <a:avLst/>
            <a:gdLst/>
            <a:ahLst/>
            <a:cxnLst/>
            <a:rect l="l" t="t" r="r" b="b"/>
            <a:pathLst>
              <a:path w="2463800" h="0">
                <a:moveTo>
                  <a:pt x="0" y="0"/>
                </a:moveTo>
                <a:lnTo>
                  <a:pt x="2463574" y="0"/>
                </a:lnTo>
              </a:path>
            </a:pathLst>
          </a:custGeom>
          <a:ln w="57150">
            <a:solidFill>
              <a:srgbClr val="D1B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/>
          <p:nvPr/>
        </p:nvSpPr>
        <p:spPr>
          <a:xfrm>
            <a:off x="7175799" y="6988647"/>
            <a:ext cx="2331085" cy="2949575"/>
          </a:xfrm>
          <a:custGeom>
            <a:avLst/>
            <a:gdLst/>
            <a:ahLst/>
            <a:cxnLst/>
            <a:rect l="l" t="t" r="r" b="b"/>
            <a:pathLst>
              <a:path w="2331084" h="2949575">
                <a:moveTo>
                  <a:pt x="1844696" y="2949450"/>
                </a:moveTo>
                <a:lnTo>
                  <a:pt x="485776" y="2949450"/>
                </a:lnTo>
                <a:lnTo>
                  <a:pt x="437763" y="2947073"/>
                </a:lnTo>
                <a:lnTo>
                  <a:pt x="390563" y="2940030"/>
                </a:lnTo>
                <a:lnTo>
                  <a:pt x="344495" y="2928452"/>
                </a:lnTo>
                <a:lnTo>
                  <a:pt x="299877" y="2912473"/>
                </a:lnTo>
                <a:lnTo>
                  <a:pt x="257028" y="2892223"/>
                </a:lnTo>
                <a:lnTo>
                  <a:pt x="216266" y="2867834"/>
                </a:lnTo>
                <a:lnTo>
                  <a:pt x="177911" y="2839439"/>
                </a:lnTo>
                <a:lnTo>
                  <a:pt x="142280" y="2807169"/>
                </a:lnTo>
                <a:lnTo>
                  <a:pt x="110010" y="2771539"/>
                </a:lnTo>
                <a:lnTo>
                  <a:pt x="81615" y="2733184"/>
                </a:lnTo>
                <a:lnTo>
                  <a:pt x="57227" y="2692422"/>
                </a:lnTo>
                <a:lnTo>
                  <a:pt x="36977" y="2649574"/>
                </a:lnTo>
                <a:lnTo>
                  <a:pt x="20997" y="2604956"/>
                </a:lnTo>
                <a:lnTo>
                  <a:pt x="9420" y="2558888"/>
                </a:lnTo>
                <a:lnTo>
                  <a:pt x="2377" y="2511688"/>
                </a:lnTo>
                <a:lnTo>
                  <a:pt x="0" y="2463675"/>
                </a:lnTo>
                <a:lnTo>
                  <a:pt x="0" y="485776"/>
                </a:lnTo>
                <a:lnTo>
                  <a:pt x="2377" y="437763"/>
                </a:lnTo>
                <a:lnTo>
                  <a:pt x="9420" y="390563"/>
                </a:lnTo>
                <a:lnTo>
                  <a:pt x="20997" y="344495"/>
                </a:lnTo>
                <a:lnTo>
                  <a:pt x="36977" y="299877"/>
                </a:lnTo>
                <a:lnTo>
                  <a:pt x="57227" y="257028"/>
                </a:lnTo>
                <a:lnTo>
                  <a:pt x="81615" y="216266"/>
                </a:lnTo>
                <a:lnTo>
                  <a:pt x="110010" y="177911"/>
                </a:lnTo>
                <a:lnTo>
                  <a:pt x="142280" y="142280"/>
                </a:lnTo>
                <a:lnTo>
                  <a:pt x="177911" y="110010"/>
                </a:lnTo>
                <a:lnTo>
                  <a:pt x="216266" y="81615"/>
                </a:lnTo>
                <a:lnTo>
                  <a:pt x="257028" y="57227"/>
                </a:lnTo>
                <a:lnTo>
                  <a:pt x="299877" y="36977"/>
                </a:lnTo>
                <a:lnTo>
                  <a:pt x="344495" y="20997"/>
                </a:lnTo>
                <a:lnTo>
                  <a:pt x="390563" y="9420"/>
                </a:lnTo>
                <a:lnTo>
                  <a:pt x="437763" y="2377"/>
                </a:lnTo>
                <a:lnTo>
                  <a:pt x="485776" y="0"/>
                </a:lnTo>
                <a:lnTo>
                  <a:pt x="1844696" y="0"/>
                </a:lnTo>
                <a:lnTo>
                  <a:pt x="1892709" y="2377"/>
                </a:lnTo>
                <a:lnTo>
                  <a:pt x="1939909" y="9420"/>
                </a:lnTo>
                <a:lnTo>
                  <a:pt x="1985977" y="20997"/>
                </a:lnTo>
                <a:lnTo>
                  <a:pt x="2030595" y="36977"/>
                </a:lnTo>
                <a:lnTo>
                  <a:pt x="2073443" y="57227"/>
                </a:lnTo>
                <a:lnTo>
                  <a:pt x="2114205" y="81615"/>
                </a:lnTo>
                <a:lnTo>
                  <a:pt x="2152560" y="110010"/>
                </a:lnTo>
                <a:lnTo>
                  <a:pt x="2188190" y="142280"/>
                </a:lnTo>
                <a:lnTo>
                  <a:pt x="2220460" y="177911"/>
                </a:lnTo>
                <a:lnTo>
                  <a:pt x="2248855" y="216266"/>
                </a:lnTo>
                <a:lnTo>
                  <a:pt x="2273244" y="257028"/>
                </a:lnTo>
                <a:lnTo>
                  <a:pt x="2293494" y="299877"/>
                </a:lnTo>
                <a:lnTo>
                  <a:pt x="2309473" y="344495"/>
                </a:lnTo>
                <a:lnTo>
                  <a:pt x="2321051" y="390563"/>
                </a:lnTo>
                <a:lnTo>
                  <a:pt x="2328094" y="437763"/>
                </a:lnTo>
                <a:lnTo>
                  <a:pt x="2330471" y="485776"/>
                </a:lnTo>
                <a:lnTo>
                  <a:pt x="2330471" y="2463675"/>
                </a:lnTo>
                <a:lnTo>
                  <a:pt x="2328094" y="2511688"/>
                </a:lnTo>
                <a:lnTo>
                  <a:pt x="2321051" y="2558888"/>
                </a:lnTo>
                <a:lnTo>
                  <a:pt x="2309473" y="2604956"/>
                </a:lnTo>
                <a:lnTo>
                  <a:pt x="2293494" y="2649574"/>
                </a:lnTo>
                <a:lnTo>
                  <a:pt x="2273244" y="2692422"/>
                </a:lnTo>
                <a:lnTo>
                  <a:pt x="2248855" y="2733184"/>
                </a:lnTo>
                <a:lnTo>
                  <a:pt x="2220460" y="2771539"/>
                </a:lnTo>
                <a:lnTo>
                  <a:pt x="2188190" y="2807169"/>
                </a:lnTo>
                <a:lnTo>
                  <a:pt x="2152560" y="2839439"/>
                </a:lnTo>
                <a:lnTo>
                  <a:pt x="2114205" y="2867834"/>
                </a:lnTo>
                <a:lnTo>
                  <a:pt x="2073443" y="2892223"/>
                </a:lnTo>
                <a:lnTo>
                  <a:pt x="2030595" y="2912473"/>
                </a:lnTo>
                <a:lnTo>
                  <a:pt x="1985977" y="2928452"/>
                </a:lnTo>
                <a:lnTo>
                  <a:pt x="1939909" y="2940030"/>
                </a:lnTo>
                <a:lnTo>
                  <a:pt x="1892709" y="2947073"/>
                </a:lnTo>
                <a:lnTo>
                  <a:pt x="1844696" y="2949450"/>
                </a:lnTo>
                <a:close/>
              </a:path>
            </a:pathLst>
          </a:custGeom>
          <a:solidFill>
            <a:srgbClr val="FFFFFF">
              <a:alpha val="36999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/>
          <p:nvPr/>
        </p:nvSpPr>
        <p:spPr>
          <a:xfrm>
            <a:off x="9761675" y="6988647"/>
            <a:ext cx="2331085" cy="2949575"/>
          </a:xfrm>
          <a:custGeom>
            <a:avLst/>
            <a:gdLst/>
            <a:ahLst/>
            <a:cxnLst/>
            <a:rect l="l" t="t" r="r" b="b"/>
            <a:pathLst>
              <a:path w="2331084" h="2949575">
                <a:moveTo>
                  <a:pt x="1844697" y="2949450"/>
                </a:moveTo>
                <a:lnTo>
                  <a:pt x="485773" y="2949450"/>
                </a:lnTo>
                <a:lnTo>
                  <a:pt x="437761" y="2947073"/>
                </a:lnTo>
                <a:lnTo>
                  <a:pt x="390562" y="2940030"/>
                </a:lnTo>
                <a:lnTo>
                  <a:pt x="344494" y="2928452"/>
                </a:lnTo>
                <a:lnTo>
                  <a:pt x="299877" y="2912473"/>
                </a:lnTo>
                <a:lnTo>
                  <a:pt x="257028" y="2892223"/>
                </a:lnTo>
                <a:lnTo>
                  <a:pt x="216267" y="2867834"/>
                </a:lnTo>
                <a:lnTo>
                  <a:pt x="177911" y="2839439"/>
                </a:lnTo>
                <a:lnTo>
                  <a:pt x="142280" y="2807169"/>
                </a:lnTo>
                <a:lnTo>
                  <a:pt x="110010" y="2771539"/>
                </a:lnTo>
                <a:lnTo>
                  <a:pt x="81615" y="2733184"/>
                </a:lnTo>
                <a:lnTo>
                  <a:pt x="57227" y="2692422"/>
                </a:lnTo>
                <a:lnTo>
                  <a:pt x="36977" y="2649574"/>
                </a:lnTo>
                <a:lnTo>
                  <a:pt x="20997" y="2604956"/>
                </a:lnTo>
                <a:lnTo>
                  <a:pt x="9420" y="2558888"/>
                </a:lnTo>
                <a:lnTo>
                  <a:pt x="2377" y="2511688"/>
                </a:lnTo>
                <a:lnTo>
                  <a:pt x="0" y="2463675"/>
                </a:lnTo>
                <a:lnTo>
                  <a:pt x="0" y="485776"/>
                </a:lnTo>
                <a:lnTo>
                  <a:pt x="2377" y="437763"/>
                </a:lnTo>
                <a:lnTo>
                  <a:pt x="9420" y="390563"/>
                </a:lnTo>
                <a:lnTo>
                  <a:pt x="20997" y="344495"/>
                </a:lnTo>
                <a:lnTo>
                  <a:pt x="36977" y="299877"/>
                </a:lnTo>
                <a:lnTo>
                  <a:pt x="57227" y="257028"/>
                </a:lnTo>
                <a:lnTo>
                  <a:pt x="81615" y="216266"/>
                </a:lnTo>
                <a:lnTo>
                  <a:pt x="110010" y="177911"/>
                </a:lnTo>
                <a:lnTo>
                  <a:pt x="142280" y="142280"/>
                </a:lnTo>
                <a:lnTo>
                  <a:pt x="177911" y="110010"/>
                </a:lnTo>
                <a:lnTo>
                  <a:pt x="216267" y="81615"/>
                </a:lnTo>
                <a:lnTo>
                  <a:pt x="257028" y="57227"/>
                </a:lnTo>
                <a:lnTo>
                  <a:pt x="299877" y="36977"/>
                </a:lnTo>
                <a:lnTo>
                  <a:pt x="344494" y="20997"/>
                </a:lnTo>
                <a:lnTo>
                  <a:pt x="390562" y="9420"/>
                </a:lnTo>
                <a:lnTo>
                  <a:pt x="437761" y="2377"/>
                </a:lnTo>
                <a:lnTo>
                  <a:pt x="485773" y="0"/>
                </a:lnTo>
                <a:lnTo>
                  <a:pt x="1844697" y="0"/>
                </a:lnTo>
                <a:lnTo>
                  <a:pt x="1892709" y="2377"/>
                </a:lnTo>
                <a:lnTo>
                  <a:pt x="1939909" y="9420"/>
                </a:lnTo>
                <a:lnTo>
                  <a:pt x="1985977" y="20997"/>
                </a:lnTo>
                <a:lnTo>
                  <a:pt x="2030594" y="36977"/>
                </a:lnTo>
                <a:lnTo>
                  <a:pt x="2073443" y="57227"/>
                </a:lnTo>
                <a:lnTo>
                  <a:pt x="2114204" y="81615"/>
                </a:lnTo>
                <a:lnTo>
                  <a:pt x="2152560" y="110010"/>
                </a:lnTo>
                <a:lnTo>
                  <a:pt x="2188191" y="142280"/>
                </a:lnTo>
                <a:lnTo>
                  <a:pt x="2220461" y="177911"/>
                </a:lnTo>
                <a:lnTo>
                  <a:pt x="2248856" y="216266"/>
                </a:lnTo>
                <a:lnTo>
                  <a:pt x="2273244" y="257028"/>
                </a:lnTo>
                <a:lnTo>
                  <a:pt x="2293494" y="299877"/>
                </a:lnTo>
                <a:lnTo>
                  <a:pt x="2309474" y="344495"/>
                </a:lnTo>
                <a:lnTo>
                  <a:pt x="2321051" y="390563"/>
                </a:lnTo>
                <a:lnTo>
                  <a:pt x="2328095" y="437763"/>
                </a:lnTo>
                <a:lnTo>
                  <a:pt x="2330472" y="485776"/>
                </a:lnTo>
                <a:lnTo>
                  <a:pt x="2330472" y="2463675"/>
                </a:lnTo>
                <a:lnTo>
                  <a:pt x="2328095" y="2511688"/>
                </a:lnTo>
                <a:lnTo>
                  <a:pt x="2321051" y="2558888"/>
                </a:lnTo>
                <a:lnTo>
                  <a:pt x="2309474" y="2604956"/>
                </a:lnTo>
                <a:lnTo>
                  <a:pt x="2293494" y="2649574"/>
                </a:lnTo>
                <a:lnTo>
                  <a:pt x="2273244" y="2692422"/>
                </a:lnTo>
                <a:lnTo>
                  <a:pt x="2248856" y="2733184"/>
                </a:lnTo>
                <a:lnTo>
                  <a:pt x="2220461" y="2771539"/>
                </a:lnTo>
                <a:lnTo>
                  <a:pt x="2188191" y="2807169"/>
                </a:lnTo>
                <a:lnTo>
                  <a:pt x="2152560" y="2839439"/>
                </a:lnTo>
                <a:lnTo>
                  <a:pt x="2114204" y="2867834"/>
                </a:lnTo>
                <a:lnTo>
                  <a:pt x="2073443" y="2892223"/>
                </a:lnTo>
                <a:lnTo>
                  <a:pt x="2030594" y="2912473"/>
                </a:lnTo>
                <a:lnTo>
                  <a:pt x="1985977" y="2928452"/>
                </a:lnTo>
                <a:lnTo>
                  <a:pt x="1939909" y="2940030"/>
                </a:lnTo>
                <a:lnTo>
                  <a:pt x="1892709" y="2947073"/>
                </a:lnTo>
                <a:lnTo>
                  <a:pt x="1844697" y="2949450"/>
                </a:lnTo>
                <a:close/>
              </a:path>
            </a:pathLst>
          </a:custGeom>
          <a:solidFill>
            <a:srgbClr val="FFFFFF">
              <a:alpha val="36999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/>
          <p:nvPr/>
        </p:nvSpPr>
        <p:spPr>
          <a:xfrm>
            <a:off x="12347551" y="6988647"/>
            <a:ext cx="2331085" cy="2949575"/>
          </a:xfrm>
          <a:custGeom>
            <a:avLst/>
            <a:gdLst/>
            <a:ahLst/>
            <a:cxnLst/>
            <a:rect l="l" t="t" r="r" b="b"/>
            <a:pathLst>
              <a:path w="2331084" h="2949575">
                <a:moveTo>
                  <a:pt x="1844697" y="2949450"/>
                </a:moveTo>
                <a:lnTo>
                  <a:pt x="485774" y="2949450"/>
                </a:lnTo>
                <a:lnTo>
                  <a:pt x="437761" y="2947073"/>
                </a:lnTo>
                <a:lnTo>
                  <a:pt x="390561" y="2940030"/>
                </a:lnTo>
                <a:lnTo>
                  <a:pt x="344493" y="2928452"/>
                </a:lnTo>
                <a:lnTo>
                  <a:pt x="299876" y="2912473"/>
                </a:lnTo>
                <a:lnTo>
                  <a:pt x="257027" y="2892223"/>
                </a:lnTo>
                <a:lnTo>
                  <a:pt x="216266" y="2867834"/>
                </a:lnTo>
                <a:lnTo>
                  <a:pt x="177911" y="2839439"/>
                </a:lnTo>
                <a:lnTo>
                  <a:pt x="142280" y="2807169"/>
                </a:lnTo>
                <a:lnTo>
                  <a:pt x="110010" y="2771539"/>
                </a:lnTo>
                <a:lnTo>
                  <a:pt x="81615" y="2733184"/>
                </a:lnTo>
                <a:lnTo>
                  <a:pt x="57227" y="2692422"/>
                </a:lnTo>
                <a:lnTo>
                  <a:pt x="36977" y="2649574"/>
                </a:lnTo>
                <a:lnTo>
                  <a:pt x="20997" y="2604956"/>
                </a:lnTo>
                <a:lnTo>
                  <a:pt x="9420" y="2558888"/>
                </a:lnTo>
                <a:lnTo>
                  <a:pt x="2377" y="2511688"/>
                </a:lnTo>
                <a:lnTo>
                  <a:pt x="0" y="2463675"/>
                </a:lnTo>
                <a:lnTo>
                  <a:pt x="0" y="485776"/>
                </a:lnTo>
                <a:lnTo>
                  <a:pt x="2377" y="437763"/>
                </a:lnTo>
                <a:lnTo>
                  <a:pt x="9420" y="390563"/>
                </a:lnTo>
                <a:lnTo>
                  <a:pt x="20997" y="344495"/>
                </a:lnTo>
                <a:lnTo>
                  <a:pt x="36977" y="299877"/>
                </a:lnTo>
                <a:lnTo>
                  <a:pt x="57227" y="257028"/>
                </a:lnTo>
                <a:lnTo>
                  <a:pt x="81615" y="216266"/>
                </a:lnTo>
                <a:lnTo>
                  <a:pt x="110010" y="177911"/>
                </a:lnTo>
                <a:lnTo>
                  <a:pt x="142280" y="142280"/>
                </a:lnTo>
                <a:lnTo>
                  <a:pt x="177911" y="110010"/>
                </a:lnTo>
                <a:lnTo>
                  <a:pt x="216266" y="81615"/>
                </a:lnTo>
                <a:lnTo>
                  <a:pt x="257027" y="57227"/>
                </a:lnTo>
                <a:lnTo>
                  <a:pt x="299876" y="36977"/>
                </a:lnTo>
                <a:lnTo>
                  <a:pt x="344493" y="20997"/>
                </a:lnTo>
                <a:lnTo>
                  <a:pt x="390561" y="9420"/>
                </a:lnTo>
                <a:lnTo>
                  <a:pt x="437761" y="2377"/>
                </a:lnTo>
                <a:lnTo>
                  <a:pt x="485774" y="0"/>
                </a:lnTo>
                <a:lnTo>
                  <a:pt x="1844697" y="0"/>
                </a:lnTo>
                <a:lnTo>
                  <a:pt x="1892709" y="2377"/>
                </a:lnTo>
                <a:lnTo>
                  <a:pt x="1939908" y="9420"/>
                </a:lnTo>
                <a:lnTo>
                  <a:pt x="1985976" y="20997"/>
                </a:lnTo>
                <a:lnTo>
                  <a:pt x="2030594" y="36977"/>
                </a:lnTo>
                <a:lnTo>
                  <a:pt x="2073443" y="57227"/>
                </a:lnTo>
                <a:lnTo>
                  <a:pt x="2114204" y="81615"/>
                </a:lnTo>
                <a:lnTo>
                  <a:pt x="2152560" y="110010"/>
                </a:lnTo>
                <a:lnTo>
                  <a:pt x="2188192" y="142280"/>
                </a:lnTo>
                <a:lnTo>
                  <a:pt x="2220461" y="177911"/>
                </a:lnTo>
                <a:lnTo>
                  <a:pt x="2248855" y="216266"/>
                </a:lnTo>
                <a:lnTo>
                  <a:pt x="2273244" y="257028"/>
                </a:lnTo>
                <a:lnTo>
                  <a:pt x="2293494" y="299877"/>
                </a:lnTo>
                <a:lnTo>
                  <a:pt x="2309474" y="344495"/>
                </a:lnTo>
                <a:lnTo>
                  <a:pt x="2321052" y="390563"/>
                </a:lnTo>
                <a:lnTo>
                  <a:pt x="2328095" y="437763"/>
                </a:lnTo>
                <a:lnTo>
                  <a:pt x="2330472" y="485776"/>
                </a:lnTo>
                <a:lnTo>
                  <a:pt x="2330472" y="2463675"/>
                </a:lnTo>
                <a:lnTo>
                  <a:pt x="2328095" y="2511688"/>
                </a:lnTo>
                <a:lnTo>
                  <a:pt x="2321052" y="2558888"/>
                </a:lnTo>
                <a:lnTo>
                  <a:pt x="2309474" y="2604956"/>
                </a:lnTo>
                <a:lnTo>
                  <a:pt x="2293494" y="2649574"/>
                </a:lnTo>
                <a:lnTo>
                  <a:pt x="2273244" y="2692422"/>
                </a:lnTo>
                <a:lnTo>
                  <a:pt x="2248855" y="2733184"/>
                </a:lnTo>
                <a:lnTo>
                  <a:pt x="2220461" y="2771539"/>
                </a:lnTo>
                <a:lnTo>
                  <a:pt x="2188192" y="2807169"/>
                </a:lnTo>
                <a:lnTo>
                  <a:pt x="2152560" y="2839439"/>
                </a:lnTo>
                <a:lnTo>
                  <a:pt x="2114204" y="2867834"/>
                </a:lnTo>
                <a:lnTo>
                  <a:pt x="2073443" y="2892223"/>
                </a:lnTo>
                <a:lnTo>
                  <a:pt x="2030594" y="2912473"/>
                </a:lnTo>
                <a:lnTo>
                  <a:pt x="1985976" y="2928452"/>
                </a:lnTo>
                <a:lnTo>
                  <a:pt x="1939908" y="2940030"/>
                </a:lnTo>
                <a:lnTo>
                  <a:pt x="1892709" y="2947073"/>
                </a:lnTo>
                <a:lnTo>
                  <a:pt x="1844697" y="2949450"/>
                </a:lnTo>
                <a:close/>
              </a:path>
            </a:pathLst>
          </a:custGeom>
          <a:solidFill>
            <a:srgbClr val="FFFFFF">
              <a:alpha val="36999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object 18"/>
          <p:cNvSpPr/>
          <p:nvPr/>
        </p:nvSpPr>
        <p:spPr>
          <a:xfrm>
            <a:off x="14933428" y="6988647"/>
            <a:ext cx="2331085" cy="2949575"/>
          </a:xfrm>
          <a:custGeom>
            <a:avLst/>
            <a:gdLst/>
            <a:ahLst/>
            <a:cxnLst/>
            <a:rect l="l" t="t" r="r" b="b"/>
            <a:pathLst>
              <a:path w="2331084" h="2949575">
                <a:moveTo>
                  <a:pt x="1844695" y="2949450"/>
                </a:moveTo>
                <a:lnTo>
                  <a:pt x="485775" y="2949450"/>
                </a:lnTo>
                <a:lnTo>
                  <a:pt x="437762" y="2947073"/>
                </a:lnTo>
                <a:lnTo>
                  <a:pt x="390562" y="2940030"/>
                </a:lnTo>
                <a:lnTo>
                  <a:pt x="344494" y="2928452"/>
                </a:lnTo>
                <a:lnTo>
                  <a:pt x="299876" y="2912473"/>
                </a:lnTo>
                <a:lnTo>
                  <a:pt x="257028" y="2892223"/>
                </a:lnTo>
                <a:lnTo>
                  <a:pt x="216266" y="2867834"/>
                </a:lnTo>
                <a:lnTo>
                  <a:pt x="177911" y="2839439"/>
                </a:lnTo>
                <a:lnTo>
                  <a:pt x="142280" y="2807169"/>
                </a:lnTo>
                <a:lnTo>
                  <a:pt x="110010" y="2771539"/>
                </a:lnTo>
                <a:lnTo>
                  <a:pt x="81615" y="2733184"/>
                </a:lnTo>
                <a:lnTo>
                  <a:pt x="57227" y="2692422"/>
                </a:lnTo>
                <a:lnTo>
                  <a:pt x="36977" y="2649574"/>
                </a:lnTo>
                <a:lnTo>
                  <a:pt x="20997" y="2604956"/>
                </a:lnTo>
                <a:lnTo>
                  <a:pt x="9420" y="2558888"/>
                </a:lnTo>
                <a:lnTo>
                  <a:pt x="2377" y="2511688"/>
                </a:lnTo>
                <a:lnTo>
                  <a:pt x="0" y="2463675"/>
                </a:lnTo>
                <a:lnTo>
                  <a:pt x="0" y="485776"/>
                </a:lnTo>
                <a:lnTo>
                  <a:pt x="2377" y="437763"/>
                </a:lnTo>
                <a:lnTo>
                  <a:pt x="9420" y="390563"/>
                </a:lnTo>
                <a:lnTo>
                  <a:pt x="20997" y="344495"/>
                </a:lnTo>
                <a:lnTo>
                  <a:pt x="36977" y="299877"/>
                </a:lnTo>
                <a:lnTo>
                  <a:pt x="57227" y="257028"/>
                </a:lnTo>
                <a:lnTo>
                  <a:pt x="81615" y="216266"/>
                </a:lnTo>
                <a:lnTo>
                  <a:pt x="110010" y="177911"/>
                </a:lnTo>
                <a:lnTo>
                  <a:pt x="142280" y="142280"/>
                </a:lnTo>
                <a:lnTo>
                  <a:pt x="177911" y="110010"/>
                </a:lnTo>
                <a:lnTo>
                  <a:pt x="216266" y="81615"/>
                </a:lnTo>
                <a:lnTo>
                  <a:pt x="257028" y="57227"/>
                </a:lnTo>
                <a:lnTo>
                  <a:pt x="299876" y="36977"/>
                </a:lnTo>
                <a:lnTo>
                  <a:pt x="344494" y="20997"/>
                </a:lnTo>
                <a:lnTo>
                  <a:pt x="390562" y="9420"/>
                </a:lnTo>
                <a:lnTo>
                  <a:pt x="437762" y="2377"/>
                </a:lnTo>
                <a:lnTo>
                  <a:pt x="485775" y="0"/>
                </a:lnTo>
                <a:lnTo>
                  <a:pt x="1844695" y="0"/>
                </a:lnTo>
                <a:lnTo>
                  <a:pt x="1892708" y="2377"/>
                </a:lnTo>
                <a:lnTo>
                  <a:pt x="1939908" y="9420"/>
                </a:lnTo>
                <a:lnTo>
                  <a:pt x="1985976" y="20997"/>
                </a:lnTo>
                <a:lnTo>
                  <a:pt x="2030594" y="36977"/>
                </a:lnTo>
                <a:lnTo>
                  <a:pt x="2073443" y="57227"/>
                </a:lnTo>
                <a:lnTo>
                  <a:pt x="2114205" y="81615"/>
                </a:lnTo>
                <a:lnTo>
                  <a:pt x="2152561" y="110010"/>
                </a:lnTo>
                <a:lnTo>
                  <a:pt x="2188192" y="142280"/>
                </a:lnTo>
                <a:lnTo>
                  <a:pt x="2220461" y="177911"/>
                </a:lnTo>
                <a:lnTo>
                  <a:pt x="2248855" y="216266"/>
                </a:lnTo>
                <a:lnTo>
                  <a:pt x="2273243" y="257028"/>
                </a:lnTo>
                <a:lnTo>
                  <a:pt x="2293493" y="299877"/>
                </a:lnTo>
                <a:lnTo>
                  <a:pt x="2309473" y="344495"/>
                </a:lnTo>
                <a:lnTo>
                  <a:pt x="2321050" y="390563"/>
                </a:lnTo>
                <a:lnTo>
                  <a:pt x="2328093" y="437763"/>
                </a:lnTo>
                <a:lnTo>
                  <a:pt x="2330470" y="485776"/>
                </a:lnTo>
                <a:lnTo>
                  <a:pt x="2330470" y="2463675"/>
                </a:lnTo>
                <a:lnTo>
                  <a:pt x="2328093" y="2511688"/>
                </a:lnTo>
                <a:lnTo>
                  <a:pt x="2321050" y="2558888"/>
                </a:lnTo>
                <a:lnTo>
                  <a:pt x="2309473" y="2604956"/>
                </a:lnTo>
                <a:lnTo>
                  <a:pt x="2293493" y="2649574"/>
                </a:lnTo>
                <a:lnTo>
                  <a:pt x="2273243" y="2692422"/>
                </a:lnTo>
                <a:lnTo>
                  <a:pt x="2248855" y="2733184"/>
                </a:lnTo>
                <a:lnTo>
                  <a:pt x="2220461" y="2771539"/>
                </a:lnTo>
                <a:lnTo>
                  <a:pt x="2188192" y="2807169"/>
                </a:lnTo>
                <a:lnTo>
                  <a:pt x="2152561" y="2839439"/>
                </a:lnTo>
                <a:lnTo>
                  <a:pt x="2114205" y="2867834"/>
                </a:lnTo>
                <a:lnTo>
                  <a:pt x="2073443" y="2892223"/>
                </a:lnTo>
                <a:lnTo>
                  <a:pt x="2030594" y="2912473"/>
                </a:lnTo>
                <a:lnTo>
                  <a:pt x="1985976" y="2928452"/>
                </a:lnTo>
                <a:lnTo>
                  <a:pt x="1939908" y="2940030"/>
                </a:lnTo>
                <a:lnTo>
                  <a:pt x="1892708" y="2947073"/>
                </a:lnTo>
                <a:lnTo>
                  <a:pt x="1844695" y="2949450"/>
                </a:lnTo>
                <a:close/>
              </a:path>
            </a:pathLst>
          </a:custGeom>
          <a:solidFill>
            <a:srgbClr val="FFFFFF">
              <a:alpha val="36999"/>
            </a:srgbClr>
          </a:solidFill>
        </p:spPr>
        <p:txBody>
          <a:bodyPr wrap="square" lIns="0" tIns="0" rIns="0" bIns="0" rtlCol="0"/>
          <a:lstStyle/>
          <a:p/>
        </p:txBody>
      </p:sp>
      <p:pic>
        <p:nvPicPr>
          <p:cNvPr id="19" name="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925317" y="7311328"/>
            <a:ext cx="828674" cy="809609"/>
          </a:xfrm>
          <a:prstGeom prst="rect">
            <a:avLst/>
          </a:prstGeom>
        </p:spPr>
      </p:pic>
      <p:sp>
        <p:nvSpPr>
          <p:cNvPr id="20" name="object 20"/>
          <p:cNvSpPr/>
          <p:nvPr/>
        </p:nvSpPr>
        <p:spPr>
          <a:xfrm>
            <a:off x="7848448" y="8765712"/>
            <a:ext cx="985519" cy="985519"/>
          </a:xfrm>
          <a:custGeom>
            <a:avLst/>
            <a:gdLst/>
            <a:ahLst/>
            <a:cxnLst/>
            <a:rect l="l" t="t" r="r" b="b"/>
            <a:pathLst>
              <a:path w="985520" h="985520">
                <a:moveTo>
                  <a:pt x="492587" y="985174"/>
                </a:moveTo>
                <a:lnTo>
                  <a:pt x="445145" y="982919"/>
                </a:lnTo>
                <a:lnTo>
                  <a:pt x="398979" y="976293"/>
                </a:lnTo>
                <a:lnTo>
                  <a:pt x="354297" y="965500"/>
                </a:lnTo>
                <a:lnTo>
                  <a:pt x="311303" y="950749"/>
                </a:lnTo>
                <a:lnTo>
                  <a:pt x="270205" y="932244"/>
                </a:lnTo>
                <a:lnTo>
                  <a:pt x="231209" y="910193"/>
                </a:lnTo>
                <a:lnTo>
                  <a:pt x="194521" y="884802"/>
                </a:lnTo>
                <a:lnTo>
                  <a:pt x="160348" y="856278"/>
                </a:lnTo>
                <a:lnTo>
                  <a:pt x="128896" y="824826"/>
                </a:lnTo>
                <a:lnTo>
                  <a:pt x="100371" y="790652"/>
                </a:lnTo>
                <a:lnTo>
                  <a:pt x="74980" y="753965"/>
                </a:lnTo>
                <a:lnTo>
                  <a:pt x="52929" y="714968"/>
                </a:lnTo>
                <a:lnTo>
                  <a:pt x="34425" y="673871"/>
                </a:lnTo>
                <a:lnTo>
                  <a:pt x="19673" y="630877"/>
                </a:lnTo>
                <a:lnTo>
                  <a:pt x="8881" y="586194"/>
                </a:lnTo>
                <a:lnTo>
                  <a:pt x="2254" y="540029"/>
                </a:lnTo>
                <a:lnTo>
                  <a:pt x="0" y="492587"/>
                </a:lnTo>
                <a:lnTo>
                  <a:pt x="2254" y="445145"/>
                </a:lnTo>
                <a:lnTo>
                  <a:pt x="8881" y="398979"/>
                </a:lnTo>
                <a:lnTo>
                  <a:pt x="19673" y="354297"/>
                </a:lnTo>
                <a:lnTo>
                  <a:pt x="34425" y="311303"/>
                </a:lnTo>
                <a:lnTo>
                  <a:pt x="52929" y="270205"/>
                </a:lnTo>
                <a:lnTo>
                  <a:pt x="74980" y="231209"/>
                </a:lnTo>
                <a:lnTo>
                  <a:pt x="100371" y="194521"/>
                </a:lnTo>
                <a:lnTo>
                  <a:pt x="128896" y="160348"/>
                </a:lnTo>
                <a:lnTo>
                  <a:pt x="160348" y="128896"/>
                </a:lnTo>
                <a:lnTo>
                  <a:pt x="194521" y="100371"/>
                </a:lnTo>
                <a:lnTo>
                  <a:pt x="231209" y="74980"/>
                </a:lnTo>
                <a:lnTo>
                  <a:pt x="270205" y="52929"/>
                </a:lnTo>
                <a:lnTo>
                  <a:pt x="311303" y="34425"/>
                </a:lnTo>
                <a:lnTo>
                  <a:pt x="354297" y="19673"/>
                </a:lnTo>
                <a:lnTo>
                  <a:pt x="398979" y="8881"/>
                </a:lnTo>
                <a:lnTo>
                  <a:pt x="445145" y="2254"/>
                </a:lnTo>
                <a:lnTo>
                  <a:pt x="492587" y="0"/>
                </a:lnTo>
                <a:lnTo>
                  <a:pt x="540029" y="2254"/>
                </a:lnTo>
                <a:lnTo>
                  <a:pt x="586194" y="8881"/>
                </a:lnTo>
                <a:lnTo>
                  <a:pt x="630877" y="19673"/>
                </a:lnTo>
                <a:lnTo>
                  <a:pt x="673871" y="34425"/>
                </a:lnTo>
                <a:lnTo>
                  <a:pt x="714968" y="52929"/>
                </a:lnTo>
                <a:lnTo>
                  <a:pt x="753965" y="74980"/>
                </a:lnTo>
                <a:lnTo>
                  <a:pt x="790652" y="100371"/>
                </a:lnTo>
                <a:lnTo>
                  <a:pt x="824826" y="128896"/>
                </a:lnTo>
                <a:lnTo>
                  <a:pt x="856278" y="160348"/>
                </a:lnTo>
                <a:lnTo>
                  <a:pt x="884802" y="194521"/>
                </a:lnTo>
                <a:lnTo>
                  <a:pt x="910193" y="231209"/>
                </a:lnTo>
                <a:lnTo>
                  <a:pt x="932244" y="270205"/>
                </a:lnTo>
                <a:lnTo>
                  <a:pt x="950749" y="311303"/>
                </a:lnTo>
                <a:lnTo>
                  <a:pt x="965500" y="354297"/>
                </a:lnTo>
                <a:lnTo>
                  <a:pt x="976293" y="398979"/>
                </a:lnTo>
                <a:lnTo>
                  <a:pt x="982919" y="445145"/>
                </a:lnTo>
                <a:lnTo>
                  <a:pt x="985174" y="492587"/>
                </a:lnTo>
                <a:lnTo>
                  <a:pt x="982919" y="540029"/>
                </a:lnTo>
                <a:lnTo>
                  <a:pt x="976293" y="586194"/>
                </a:lnTo>
                <a:lnTo>
                  <a:pt x="965500" y="630877"/>
                </a:lnTo>
                <a:lnTo>
                  <a:pt x="950749" y="673871"/>
                </a:lnTo>
                <a:lnTo>
                  <a:pt x="932244" y="714968"/>
                </a:lnTo>
                <a:lnTo>
                  <a:pt x="910193" y="753965"/>
                </a:lnTo>
                <a:lnTo>
                  <a:pt x="884802" y="790652"/>
                </a:lnTo>
                <a:lnTo>
                  <a:pt x="856278" y="824826"/>
                </a:lnTo>
                <a:lnTo>
                  <a:pt x="824826" y="856278"/>
                </a:lnTo>
                <a:lnTo>
                  <a:pt x="790652" y="884802"/>
                </a:lnTo>
                <a:lnTo>
                  <a:pt x="753965" y="910193"/>
                </a:lnTo>
                <a:lnTo>
                  <a:pt x="714968" y="932244"/>
                </a:lnTo>
                <a:lnTo>
                  <a:pt x="673871" y="950749"/>
                </a:lnTo>
                <a:lnTo>
                  <a:pt x="630877" y="965500"/>
                </a:lnTo>
                <a:lnTo>
                  <a:pt x="586194" y="976293"/>
                </a:lnTo>
                <a:lnTo>
                  <a:pt x="540029" y="982919"/>
                </a:lnTo>
                <a:lnTo>
                  <a:pt x="492587" y="985174"/>
                </a:lnTo>
                <a:close/>
              </a:path>
            </a:pathLst>
          </a:custGeom>
          <a:solidFill>
            <a:srgbClr val="D1B99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1" name="object 21"/>
          <p:cNvSpPr/>
          <p:nvPr/>
        </p:nvSpPr>
        <p:spPr>
          <a:xfrm>
            <a:off x="10434309" y="8765712"/>
            <a:ext cx="985519" cy="985519"/>
          </a:xfrm>
          <a:custGeom>
            <a:avLst/>
            <a:gdLst/>
            <a:ahLst/>
            <a:cxnLst/>
            <a:rect l="l" t="t" r="r" b="b"/>
            <a:pathLst>
              <a:path w="985520" h="985520">
                <a:moveTo>
                  <a:pt x="492587" y="985174"/>
                </a:moveTo>
                <a:lnTo>
                  <a:pt x="445150" y="982919"/>
                </a:lnTo>
                <a:lnTo>
                  <a:pt x="398988" y="976293"/>
                </a:lnTo>
                <a:lnTo>
                  <a:pt x="354308" y="965500"/>
                </a:lnTo>
                <a:lnTo>
                  <a:pt x="311316" y="950749"/>
                </a:lnTo>
                <a:lnTo>
                  <a:pt x="270219" y="932244"/>
                </a:lnTo>
                <a:lnTo>
                  <a:pt x="231223" y="910193"/>
                </a:lnTo>
                <a:lnTo>
                  <a:pt x="194534" y="884802"/>
                </a:lnTo>
                <a:lnTo>
                  <a:pt x="160360" y="856278"/>
                </a:lnTo>
                <a:lnTo>
                  <a:pt x="128907" y="824826"/>
                </a:lnTo>
                <a:lnTo>
                  <a:pt x="100380" y="790652"/>
                </a:lnTo>
                <a:lnTo>
                  <a:pt x="74988" y="753965"/>
                </a:lnTo>
                <a:lnTo>
                  <a:pt x="52935" y="714968"/>
                </a:lnTo>
                <a:lnTo>
                  <a:pt x="34429" y="673871"/>
                </a:lnTo>
                <a:lnTo>
                  <a:pt x="19676" y="630877"/>
                </a:lnTo>
                <a:lnTo>
                  <a:pt x="8882" y="586194"/>
                </a:lnTo>
                <a:lnTo>
                  <a:pt x="2255" y="540029"/>
                </a:lnTo>
                <a:lnTo>
                  <a:pt x="0" y="492587"/>
                </a:lnTo>
                <a:lnTo>
                  <a:pt x="2255" y="445145"/>
                </a:lnTo>
                <a:lnTo>
                  <a:pt x="8882" y="398979"/>
                </a:lnTo>
                <a:lnTo>
                  <a:pt x="19676" y="354297"/>
                </a:lnTo>
                <a:lnTo>
                  <a:pt x="34429" y="311303"/>
                </a:lnTo>
                <a:lnTo>
                  <a:pt x="52935" y="270205"/>
                </a:lnTo>
                <a:lnTo>
                  <a:pt x="74988" y="231209"/>
                </a:lnTo>
                <a:lnTo>
                  <a:pt x="100380" y="194521"/>
                </a:lnTo>
                <a:lnTo>
                  <a:pt x="128907" y="160348"/>
                </a:lnTo>
                <a:lnTo>
                  <a:pt x="160360" y="128896"/>
                </a:lnTo>
                <a:lnTo>
                  <a:pt x="194534" y="100371"/>
                </a:lnTo>
                <a:lnTo>
                  <a:pt x="231223" y="74980"/>
                </a:lnTo>
                <a:lnTo>
                  <a:pt x="270219" y="52929"/>
                </a:lnTo>
                <a:lnTo>
                  <a:pt x="311316" y="34425"/>
                </a:lnTo>
                <a:lnTo>
                  <a:pt x="354308" y="19673"/>
                </a:lnTo>
                <a:lnTo>
                  <a:pt x="398988" y="8881"/>
                </a:lnTo>
                <a:lnTo>
                  <a:pt x="445150" y="2254"/>
                </a:lnTo>
                <a:lnTo>
                  <a:pt x="492587" y="0"/>
                </a:lnTo>
                <a:lnTo>
                  <a:pt x="540029" y="2254"/>
                </a:lnTo>
                <a:lnTo>
                  <a:pt x="586195" y="8881"/>
                </a:lnTo>
                <a:lnTo>
                  <a:pt x="630879" y="19673"/>
                </a:lnTo>
                <a:lnTo>
                  <a:pt x="673875" y="34425"/>
                </a:lnTo>
                <a:lnTo>
                  <a:pt x="714975" y="52929"/>
                </a:lnTo>
                <a:lnTo>
                  <a:pt x="753973" y="74980"/>
                </a:lnTo>
                <a:lnTo>
                  <a:pt x="790664" y="100371"/>
                </a:lnTo>
                <a:lnTo>
                  <a:pt x="824839" y="128896"/>
                </a:lnTo>
                <a:lnTo>
                  <a:pt x="856294" y="160348"/>
                </a:lnTo>
                <a:lnTo>
                  <a:pt x="884822" y="194521"/>
                </a:lnTo>
                <a:lnTo>
                  <a:pt x="910215" y="231209"/>
                </a:lnTo>
                <a:lnTo>
                  <a:pt x="932268" y="270205"/>
                </a:lnTo>
                <a:lnTo>
                  <a:pt x="950775" y="311303"/>
                </a:lnTo>
                <a:lnTo>
                  <a:pt x="965528" y="354297"/>
                </a:lnTo>
                <a:lnTo>
                  <a:pt x="976322" y="398979"/>
                </a:lnTo>
                <a:lnTo>
                  <a:pt x="982950" y="445145"/>
                </a:lnTo>
                <a:lnTo>
                  <a:pt x="985205" y="492587"/>
                </a:lnTo>
                <a:lnTo>
                  <a:pt x="982950" y="540029"/>
                </a:lnTo>
                <a:lnTo>
                  <a:pt x="976322" y="586194"/>
                </a:lnTo>
                <a:lnTo>
                  <a:pt x="965528" y="630877"/>
                </a:lnTo>
                <a:lnTo>
                  <a:pt x="950775" y="673871"/>
                </a:lnTo>
                <a:lnTo>
                  <a:pt x="932268" y="714968"/>
                </a:lnTo>
                <a:lnTo>
                  <a:pt x="910215" y="753965"/>
                </a:lnTo>
                <a:lnTo>
                  <a:pt x="884822" y="790652"/>
                </a:lnTo>
                <a:lnTo>
                  <a:pt x="856294" y="824826"/>
                </a:lnTo>
                <a:lnTo>
                  <a:pt x="824839" y="856278"/>
                </a:lnTo>
                <a:lnTo>
                  <a:pt x="790664" y="884802"/>
                </a:lnTo>
                <a:lnTo>
                  <a:pt x="753973" y="910193"/>
                </a:lnTo>
                <a:lnTo>
                  <a:pt x="714975" y="932244"/>
                </a:lnTo>
                <a:lnTo>
                  <a:pt x="673875" y="950749"/>
                </a:lnTo>
                <a:lnTo>
                  <a:pt x="630879" y="965500"/>
                </a:lnTo>
                <a:lnTo>
                  <a:pt x="586195" y="976293"/>
                </a:lnTo>
                <a:lnTo>
                  <a:pt x="540029" y="982919"/>
                </a:lnTo>
                <a:lnTo>
                  <a:pt x="492587" y="985174"/>
                </a:lnTo>
                <a:close/>
              </a:path>
            </a:pathLst>
          </a:custGeom>
          <a:solidFill>
            <a:srgbClr val="D1B99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2" name="object 22"/>
          <p:cNvSpPr/>
          <p:nvPr/>
        </p:nvSpPr>
        <p:spPr>
          <a:xfrm>
            <a:off x="13016056" y="8765712"/>
            <a:ext cx="985519" cy="985519"/>
          </a:xfrm>
          <a:custGeom>
            <a:avLst/>
            <a:gdLst/>
            <a:ahLst/>
            <a:cxnLst/>
            <a:rect l="l" t="t" r="r" b="b"/>
            <a:pathLst>
              <a:path w="985519" h="985520">
                <a:moveTo>
                  <a:pt x="492617" y="985174"/>
                </a:moveTo>
                <a:lnTo>
                  <a:pt x="445175" y="982919"/>
                </a:lnTo>
                <a:lnTo>
                  <a:pt x="399009" y="976293"/>
                </a:lnTo>
                <a:lnTo>
                  <a:pt x="354325" y="965500"/>
                </a:lnTo>
                <a:lnTo>
                  <a:pt x="311329" y="950749"/>
                </a:lnTo>
                <a:lnTo>
                  <a:pt x="270229" y="932244"/>
                </a:lnTo>
                <a:lnTo>
                  <a:pt x="231231" y="910193"/>
                </a:lnTo>
                <a:lnTo>
                  <a:pt x="194540" y="884802"/>
                </a:lnTo>
                <a:lnTo>
                  <a:pt x="160365" y="856278"/>
                </a:lnTo>
                <a:lnTo>
                  <a:pt x="128910" y="824826"/>
                </a:lnTo>
                <a:lnTo>
                  <a:pt x="100382" y="790652"/>
                </a:lnTo>
                <a:lnTo>
                  <a:pt x="74989" y="753965"/>
                </a:lnTo>
                <a:lnTo>
                  <a:pt x="52936" y="714968"/>
                </a:lnTo>
                <a:lnTo>
                  <a:pt x="34429" y="673871"/>
                </a:lnTo>
                <a:lnTo>
                  <a:pt x="19676" y="630877"/>
                </a:lnTo>
                <a:lnTo>
                  <a:pt x="8882" y="586194"/>
                </a:lnTo>
                <a:lnTo>
                  <a:pt x="2255" y="540029"/>
                </a:lnTo>
                <a:lnTo>
                  <a:pt x="0" y="492587"/>
                </a:lnTo>
                <a:lnTo>
                  <a:pt x="2255" y="445145"/>
                </a:lnTo>
                <a:lnTo>
                  <a:pt x="8882" y="398979"/>
                </a:lnTo>
                <a:lnTo>
                  <a:pt x="19676" y="354297"/>
                </a:lnTo>
                <a:lnTo>
                  <a:pt x="34429" y="311303"/>
                </a:lnTo>
                <a:lnTo>
                  <a:pt x="52936" y="270205"/>
                </a:lnTo>
                <a:lnTo>
                  <a:pt x="74989" y="231209"/>
                </a:lnTo>
                <a:lnTo>
                  <a:pt x="100382" y="194521"/>
                </a:lnTo>
                <a:lnTo>
                  <a:pt x="128910" y="160348"/>
                </a:lnTo>
                <a:lnTo>
                  <a:pt x="160365" y="128896"/>
                </a:lnTo>
                <a:lnTo>
                  <a:pt x="194540" y="100371"/>
                </a:lnTo>
                <a:lnTo>
                  <a:pt x="231231" y="74980"/>
                </a:lnTo>
                <a:lnTo>
                  <a:pt x="270229" y="52929"/>
                </a:lnTo>
                <a:lnTo>
                  <a:pt x="311329" y="34425"/>
                </a:lnTo>
                <a:lnTo>
                  <a:pt x="354325" y="19673"/>
                </a:lnTo>
                <a:lnTo>
                  <a:pt x="399009" y="8881"/>
                </a:lnTo>
                <a:lnTo>
                  <a:pt x="445175" y="2254"/>
                </a:lnTo>
                <a:lnTo>
                  <a:pt x="492617" y="0"/>
                </a:lnTo>
                <a:lnTo>
                  <a:pt x="540059" y="2254"/>
                </a:lnTo>
                <a:lnTo>
                  <a:pt x="586225" y="8881"/>
                </a:lnTo>
                <a:lnTo>
                  <a:pt x="630907" y="19673"/>
                </a:lnTo>
                <a:lnTo>
                  <a:pt x="673901" y="34425"/>
                </a:lnTo>
                <a:lnTo>
                  <a:pt x="714999" y="52929"/>
                </a:lnTo>
                <a:lnTo>
                  <a:pt x="753995" y="74980"/>
                </a:lnTo>
                <a:lnTo>
                  <a:pt x="790683" y="100371"/>
                </a:lnTo>
                <a:lnTo>
                  <a:pt x="824856" y="128896"/>
                </a:lnTo>
                <a:lnTo>
                  <a:pt x="856308" y="160348"/>
                </a:lnTo>
                <a:lnTo>
                  <a:pt x="884833" y="194521"/>
                </a:lnTo>
                <a:lnTo>
                  <a:pt x="910224" y="231209"/>
                </a:lnTo>
                <a:lnTo>
                  <a:pt x="932275" y="270205"/>
                </a:lnTo>
                <a:lnTo>
                  <a:pt x="950779" y="311303"/>
                </a:lnTo>
                <a:lnTo>
                  <a:pt x="965531" y="354297"/>
                </a:lnTo>
                <a:lnTo>
                  <a:pt x="976323" y="398979"/>
                </a:lnTo>
                <a:lnTo>
                  <a:pt x="982950" y="445145"/>
                </a:lnTo>
                <a:lnTo>
                  <a:pt x="985205" y="492587"/>
                </a:lnTo>
                <a:lnTo>
                  <a:pt x="982950" y="540029"/>
                </a:lnTo>
                <a:lnTo>
                  <a:pt x="976323" y="586194"/>
                </a:lnTo>
                <a:lnTo>
                  <a:pt x="965531" y="630877"/>
                </a:lnTo>
                <a:lnTo>
                  <a:pt x="950779" y="673871"/>
                </a:lnTo>
                <a:lnTo>
                  <a:pt x="932275" y="714968"/>
                </a:lnTo>
                <a:lnTo>
                  <a:pt x="910224" y="753965"/>
                </a:lnTo>
                <a:lnTo>
                  <a:pt x="884833" y="790652"/>
                </a:lnTo>
                <a:lnTo>
                  <a:pt x="856308" y="824826"/>
                </a:lnTo>
                <a:lnTo>
                  <a:pt x="824856" y="856278"/>
                </a:lnTo>
                <a:lnTo>
                  <a:pt x="790683" y="884802"/>
                </a:lnTo>
                <a:lnTo>
                  <a:pt x="753995" y="910193"/>
                </a:lnTo>
                <a:lnTo>
                  <a:pt x="714999" y="932244"/>
                </a:lnTo>
                <a:lnTo>
                  <a:pt x="673901" y="950749"/>
                </a:lnTo>
                <a:lnTo>
                  <a:pt x="630907" y="965500"/>
                </a:lnTo>
                <a:lnTo>
                  <a:pt x="586225" y="976293"/>
                </a:lnTo>
                <a:lnTo>
                  <a:pt x="540059" y="982919"/>
                </a:lnTo>
                <a:lnTo>
                  <a:pt x="492617" y="985174"/>
                </a:lnTo>
                <a:close/>
              </a:path>
            </a:pathLst>
          </a:custGeom>
          <a:solidFill>
            <a:srgbClr val="D1B99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3" name="object 23"/>
          <p:cNvSpPr/>
          <p:nvPr/>
        </p:nvSpPr>
        <p:spPr>
          <a:xfrm>
            <a:off x="15601950" y="8765712"/>
            <a:ext cx="985519" cy="985519"/>
          </a:xfrm>
          <a:custGeom>
            <a:avLst/>
            <a:gdLst/>
            <a:ahLst/>
            <a:cxnLst/>
            <a:rect l="l" t="t" r="r" b="b"/>
            <a:pathLst>
              <a:path w="985519" h="985520">
                <a:moveTo>
                  <a:pt x="492587" y="985174"/>
                </a:moveTo>
                <a:lnTo>
                  <a:pt x="445150" y="982919"/>
                </a:lnTo>
                <a:lnTo>
                  <a:pt x="398988" y="976293"/>
                </a:lnTo>
                <a:lnTo>
                  <a:pt x="354308" y="965500"/>
                </a:lnTo>
                <a:lnTo>
                  <a:pt x="311316" y="950749"/>
                </a:lnTo>
                <a:lnTo>
                  <a:pt x="270219" y="932244"/>
                </a:lnTo>
                <a:lnTo>
                  <a:pt x="231223" y="910193"/>
                </a:lnTo>
                <a:lnTo>
                  <a:pt x="194534" y="884802"/>
                </a:lnTo>
                <a:lnTo>
                  <a:pt x="160360" y="856278"/>
                </a:lnTo>
                <a:lnTo>
                  <a:pt x="128907" y="824826"/>
                </a:lnTo>
                <a:lnTo>
                  <a:pt x="100380" y="790652"/>
                </a:lnTo>
                <a:lnTo>
                  <a:pt x="74988" y="753965"/>
                </a:lnTo>
                <a:lnTo>
                  <a:pt x="52935" y="714968"/>
                </a:lnTo>
                <a:lnTo>
                  <a:pt x="34429" y="673871"/>
                </a:lnTo>
                <a:lnTo>
                  <a:pt x="19676" y="630877"/>
                </a:lnTo>
                <a:lnTo>
                  <a:pt x="8882" y="586194"/>
                </a:lnTo>
                <a:lnTo>
                  <a:pt x="2255" y="540029"/>
                </a:lnTo>
                <a:lnTo>
                  <a:pt x="0" y="492587"/>
                </a:lnTo>
                <a:lnTo>
                  <a:pt x="2255" y="445145"/>
                </a:lnTo>
                <a:lnTo>
                  <a:pt x="8882" y="398979"/>
                </a:lnTo>
                <a:lnTo>
                  <a:pt x="19676" y="354297"/>
                </a:lnTo>
                <a:lnTo>
                  <a:pt x="34429" y="311303"/>
                </a:lnTo>
                <a:lnTo>
                  <a:pt x="52935" y="270205"/>
                </a:lnTo>
                <a:lnTo>
                  <a:pt x="74988" y="231209"/>
                </a:lnTo>
                <a:lnTo>
                  <a:pt x="100380" y="194521"/>
                </a:lnTo>
                <a:lnTo>
                  <a:pt x="128907" y="160348"/>
                </a:lnTo>
                <a:lnTo>
                  <a:pt x="160360" y="128896"/>
                </a:lnTo>
                <a:lnTo>
                  <a:pt x="194534" y="100371"/>
                </a:lnTo>
                <a:lnTo>
                  <a:pt x="231223" y="74980"/>
                </a:lnTo>
                <a:lnTo>
                  <a:pt x="270219" y="52929"/>
                </a:lnTo>
                <a:lnTo>
                  <a:pt x="311316" y="34425"/>
                </a:lnTo>
                <a:lnTo>
                  <a:pt x="354308" y="19673"/>
                </a:lnTo>
                <a:lnTo>
                  <a:pt x="398988" y="8881"/>
                </a:lnTo>
                <a:lnTo>
                  <a:pt x="445150" y="2254"/>
                </a:lnTo>
                <a:lnTo>
                  <a:pt x="492587" y="0"/>
                </a:lnTo>
                <a:lnTo>
                  <a:pt x="540029" y="2254"/>
                </a:lnTo>
                <a:lnTo>
                  <a:pt x="586195" y="8881"/>
                </a:lnTo>
                <a:lnTo>
                  <a:pt x="630879" y="19673"/>
                </a:lnTo>
                <a:lnTo>
                  <a:pt x="673875" y="34425"/>
                </a:lnTo>
                <a:lnTo>
                  <a:pt x="714975" y="52929"/>
                </a:lnTo>
                <a:lnTo>
                  <a:pt x="753973" y="74980"/>
                </a:lnTo>
                <a:lnTo>
                  <a:pt x="790664" y="100371"/>
                </a:lnTo>
                <a:lnTo>
                  <a:pt x="824839" y="128896"/>
                </a:lnTo>
                <a:lnTo>
                  <a:pt x="856294" y="160348"/>
                </a:lnTo>
                <a:lnTo>
                  <a:pt x="884822" y="194521"/>
                </a:lnTo>
                <a:lnTo>
                  <a:pt x="910215" y="231209"/>
                </a:lnTo>
                <a:lnTo>
                  <a:pt x="932268" y="270205"/>
                </a:lnTo>
                <a:lnTo>
                  <a:pt x="950775" y="311303"/>
                </a:lnTo>
                <a:lnTo>
                  <a:pt x="965528" y="354297"/>
                </a:lnTo>
                <a:lnTo>
                  <a:pt x="976322" y="398979"/>
                </a:lnTo>
                <a:lnTo>
                  <a:pt x="982950" y="445145"/>
                </a:lnTo>
                <a:lnTo>
                  <a:pt x="985205" y="492587"/>
                </a:lnTo>
                <a:lnTo>
                  <a:pt x="982950" y="540029"/>
                </a:lnTo>
                <a:lnTo>
                  <a:pt x="976322" y="586194"/>
                </a:lnTo>
                <a:lnTo>
                  <a:pt x="965528" y="630877"/>
                </a:lnTo>
                <a:lnTo>
                  <a:pt x="950775" y="673871"/>
                </a:lnTo>
                <a:lnTo>
                  <a:pt x="932268" y="714968"/>
                </a:lnTo>
                <a:lnTo>
                  <a:pt x="910215" y="753965"/>
                </a:lnTo>
                <a:lnTo>
                  <a:pt x="884822" y="790652"/>
                </a:lnTo>
                <a:lnTo>
                  <a:pt x="856294" y="824826"/>
                </a:lnTo>
                <a:lnTo>
                  <a:pt x="824839" y="856278"/>
                </a:lnTo>
                <a:lnTo>
                  <a:pt x="790664" y="884802"/>
                </a:lnTo>
                <a:lnTo>
                  <a:pt x="753973" y="910193"/>
                </a:lnTo>
                <a:lnTo>
                  <a:pt x="714975" y="932244"/>
                </a:lnTo>
                <a:lnTo>
                  <a:pt x="673875" y="950749"/>
                </a:lnTo>
                <a:lnTo>
                  <a:pt x="630879" y="965500"/>
                </a:lnTo>
                <a:lnTo>
                  <a:pt x="586195" y="976293"/>
                </a:lnTo>
                <a:lnTo>
                  <a:pt x="540029" y="982919"/>
                </a:lnTo>
                <a:lnTo>
                  <a:pt x="492587" y="985174"/>
                </a:lnTo>
                <a:close/>
              </a:path>
            </a:pathLst>
          </a:custGeom>
          <a:solidFill>
            <a:srgbClr val="D1B999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24" name="object 2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489935" y="7311328"/>
            <a:ext cx="876299" cy="876299"/>
          </a:xfrm>
          <a:prstGeom prst="rect">
            <a:avLst/>
          </a:prstGeom>
        </p:spPr>
      </p:pic>
      <p:grpSp>
        <p:nvGrpSpPr>
          <p:cNvPr id="25" name="object 25"/>
          <p:cNvGrpSpPr/>
          <p:nvPr/>
        </p:nvGrpSpPr>
        <p:grpSpPr>
          <a:xfrm>
            <a:off x="13141512" y="7348971"/>
            <a:ext cx="734695" cy="734695"/>
            <a:chOff x="13141512" y="7348971"/>
            <a:chExt cx="734695" cy="734695"/>
          </a:xfrm>
        </p:grpSpPr>
        <p:sp>
          <p:nvSpPr>
            <p:cNvPr id="26" name="object 26"/>
            <p:cNvSpPr/>
            <p:nvPr/>
          </p:nvSpPr>
          <p:spPr>
            <a:xfrm>
              <a:off x="13141512" y="7348971"/>
              <a:ext cx="734695" cy="734695"/>
            </a:xfrm>
            <a:custGeom>
              <a:avLst/>
              <a:gdLst/>
              <a:ahLst/>
              <a:cxnLst/>
              <a:rect l="l" t="t" r="r" b="b"/>
              <a:pathLst>
                <a:path w="734694" h="734695">
                  <a:moveTo>
                    <a:pt x="367162" y="734324"/>
                  </a:moveTo>
                  <a:lnTo>
                    <a:pt x="321104" y="731463"/>
                  </a:lnTo>
                  <a:lnTo>
                    <a:pt x="276755" y="723111"/>
                  </a:lnTo>
                  <a:lnTo>
                    <a:pt x="234457" y="709610"/>
                  </a:lnTo>
                  <a:lnTo>
                    <a:pt x="194554" y="691306"/>
                  </a:lnTo>
                  <a:lnTo>
                    <a:pt x="157392" y="668542"/>
                  </a:lnTo>
                  <a:lnTo>
                    <a:pt x="123312" y="641662"/>
                  </a:lnTo>
                  <a:lnTo>
                    <a:pt x="92661" y="611011"/>
                  </a:lnTo>
                  <a:lnTo>
                    <a:pt x="65781" y="576932"/>
                  </a:lnTo>
                  <a:lnTo>
                    <a:pt x="43017" y="539769"/>
                  </a:lnTo>
                  <a:lnTo>
                    <a:pt x="24713" y="499866"/>
                  </a:lnTo>
                  <a:lnTo>
                    <a:pt x="11213" y="457568"/>
                  </a:lnTo>
                  <a:lnTo>
                    <a:pt x="2860" y="413219"/>
                  </a:lnTo>
                  <a:lnTo>
                    <a:pt x="0" y="367162"/>
                  </a:lnTo>
                  <a:lnTo>
                    <a:pt x="2860" y="321104"/>
                  </a:lnTo>
                  <a:lnTo>
                    <a:pt x="11213" y="276755"/>
                  </a:lnTo>
                  <a:lnTo>
                    <a:pt x="24713" y="234457"/>
                  </a:lnTo>
                  <a:lnTo>
                    <a:pt x="43017" y="194554"/>
                  </a:lnTo>
                  <a:lnTo>
                    <a:pt x="65781" y="157392"/>
                  </a:lnTo>
                  <a:lnTo>
                    <a:pt x="92661" y="123312"/>
                  </a:lnTo>
                  <a:lnTo>
                    <a:pt x="123312" y="92661"/>
                  </a:lnTo>
                  <a:lnTo>
                    <a:pt x="157392" y="65781"/>
                  </a:lnTo>
                  <a:lnTo>
                    <a:pt x="194554" y="43017"/>
                  </a:lnTo>
                  <a:lnTo>
                    <a:pt x="234457" y="24713"/>
                  </a:lnTo>
                  <a:lnTo>
                    <a:pt x="276755" y="11213"/>
                  </a:lnTo>
                  <a:lnTo>
                    <a:pt x="321104" y="2860"/>
                  </a:lnTo>
                  <a:lnTo>
                    <a:pt x="367162" y="0"/>
                  </a:lnTo>
                  <a:lnTo>
                    <a:pt x="413219" y="2860"/>
                  </a:lnTo>
                  <a:lnTo>
                    <a:pt x="457568" y="11213"/>
                  </a:lnTo>
                  <a:lnTo>
                    <a:pt x="499866" y="24713"/>
                  </a:lnTo>
                  <a:lnTo>
                    <a:pt x="539769" y="43017"/>
                  </a:lnTo>
                  <a:lnTo>
                    <a:pt x="576932" y="65781"/>
                  </a:lnTo>
                  <a:lnTo>
                    <a:pt x="611011" y="92661"/>
                  </a:lnTo>
                  <a:lnTo>
                    <a:pt x="641662" y="123312"/>
                  </a:lnTo>
                  <a:lnTo>
                    <a:pt x="668542" y="157392"/>
                  </a:lnTo>
                  <a:lnTo>
                    <a:pt x="691306" y="194554"/>
                  </a:lnTo>
                  <a:lnTo>
                    <a:pt x="709610" y="234457"/>
                  </a:lnTo>
                  <a:lnTo>
                    <a:pt x="723111" y="276755"/>
                  </a:lnTo>
                  <a:lnTo>
                    <a:pt x="731463" y="321104"/>
                  </a:lnTo>
                  <a:lnTo>
                    <a:pt x="734324" y="367162"/>
                  </a:lnTo>
                  <a:lnTo>
                    <a:pt x="731463" y="413219"/>
                  </a:lnTo>
                  <a:lnTo>
                    <a:pt x="723111" y="457568"/>
                  </a:lnTo>
                  <a:lnTo>
                    <a:pt x="709610" y="499866"/>
                  </a:lnTo>
                  <a:lnTo>
                    <a:pt x="691306" y="539769"/>
                  </a:lnTo>
                  <a:lnTo>
                    <a:pt x="668542" y="576932"/>
                  </a:lnTo>
                  <a:lnTo>
                    <a:pt x="641662" y="611011"/>
                  </a:lnTo>
                  <a:lnTo>
                    <a:pt x="611011" y="641662"/>
                  </a:lnTo>
                  <a:lnTo>
                    <a:pt x="576932" y="668542"/>
                  </a:lnTo>
                  <a:lnTo>
                    <a:pt x="539769" y="691306"/>
                  </a:lnTo>
                  <a:lnTo>
                    <a:pt x="499866" y="709610"/>
                  </a:lnTo>
                  <a:lnTo>
                    <a:pt x="457568" y="723111"/>
                  </a:lnTo>
                  <a:lnTo>
                    <a:pt x="413219" y="731463"/>
                  </a:lnTo>
                  <a:lnTo>
                    <a:pt x="367162" y="7343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7" name="object 2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3269741" y="7473086"/>
              <a:ext cx="485774" cy="485759"/>
            </a:xfrm>
            <a:prstGeom prst="rect">
              <a:avLst/>
            </a:prstGeom>
          </p:spPr>
        </p:pic>
      </p:grpSp>
      <p:grpSp>
        <p:nvGrpSpPr>
          <p:cNvPr id="28" name="object 28"/>
          <p:cNvGrpSpPr/>
          <p:nvPr/>
        </p:nvGrpSpPr>
        <p:grpSpPr>
          <a:xfrm>
            <a:off x="15725761" y="7311328"/>
            <a:ext cx="734695" cy="734695"/>
            <a:chOff x="15725761" y="7311328"/>
            <a:chExt cx="734695" cy="734695"/>
          </a:xfrm>
        </p:grpSpPr>
        <p:sp>
          <p:nvSpPr>
            <p:cNvPr id="29" name="object 29"/>
            <p:cNvSpPr/>
            <p:nvPr/>
          </p:nvSpPr>
          <p:spPr>
            <a:xfrm>
              <a:off x="15725761" y="7311328"/>
              <a:ext cx="734695" cy="734695"/>
            </a:xfrm>
            <a:custGeom>
              <a:avLst/>
              <a:gdLst/>
              <a:ahLst/>
              <a:cxnLst/>
              <a:rect l="l" t="t" r="r" b="b"/>
              <a:pathLst>
                <a:path w="734694" h="734695">
                  <a:moveTo>
                    <a:pt x="367162" y="734324"/>
                  </a:moveTo>
                  <a:lnTo>
                    <a:pt x="321110" y="731463"/>
                  </a:lnTo>
                  <a:lnTo>
                    <a:pt x="276765" y="723109"/>
                  </a:lnTo>
                  <a:lnTo>
                    <a:pt x="234469" y="709606"/>
                  </a:lnTo>
                  <a:lnTo>
                    <a:pt x="194568" y="691300"/>
                  </a:lnTo>
                  <a:lnTo>
                    <a:pt x="157405" y="668534"/>
                  </a:lnTo>
                  <a:lnTo>
                    <a:pt x="123325" y="641652"/>
                  </a:lnTo>
                  <a:lnTo>
                    <a:pt x="92671" y="610998"/>
                  </a:lnTo>
                  <a:lnTo>
                    <a:pt x="65790" y="576918"/>
                  </a:lnTo>
                  <a:lnTo>
                    <a:pt x="43023" y="539755"/>
                  </a:lnTo>
                  <a:lnTo>
                    <a:pt x="24717" y="499854"/>
                  </a:lnTo>
                  <a:lnTo>
                    <a:pt x="11214" y="457558"/>
                  </a:lnTo>
                  <a:lnTo>
                    <a:pt x="2861" y="413213"/>
                  </a:lnTo>
                  <a:lnTo>
                    <a:pt x="0" y="367162"/>
                  </a:lnTo>
                  <a:lnTo>
                    <a:pt x="2861" y="321104"/>
                  </a:lnTo>
                  <a:lnTo>
                    <a:pt x="11214" y="276755"/>
                  </a:lnTo>
                  <a:lnTo>
                    <a:pt x="24717" y="234457"/>
                  </a:lnTo>
                  <a:lnTo>
                    <a:pt x="43023" y="194554"/>
                  </a:lnTo>
                  <a:lnTo>
                    <a:pt x="65790" y="157392"/>
                  </a:lnTo>
                  <a:lnTo>
                    <a:pt x="92671" y="123312"/>
                  </a:lnTo>
                  <a:lnTo>
                    <a:pt x="123325" y="92661"/>
                  </a:lnTo>
                  <a:lnTo>
                    <a:pt x="157405" y="65781"/>
                  </a:lnTo>
                  <a:lnTo>
                    <a:pt x="194568" y="43017"/>
                  </a:lnTo>
                  <a:lnTo>
                    <a:pt x="234469" y="24713"/>
                  </a:lnTo>
                  <a:lnTo>
                    <a:pt x="276765" y="11213"/>
                  </a:lnTo>
                  <a:lnTo>
                    <a:pt x="321110" y="2860"/>
                  </a:lnTo>
                  <a:lnTo>
                    <a:pt x="367162" y="0"/>
                  </a:lnTo>
                  <a:lnTo>
                    <a:pt x="413219" y="2860"/>
                  </a:lnTo>
                  <a:lnTo>
                    <a:pt x="457568" y="11213"/>
                  </a:lnTo>
                  <a:lnTo>
                    <a:pt x="499866" y="24713"/>
                  </a:lnTo>
                  <a:lnTo>
                    <a:pt x="539769" y="43017"/>
                  </a:lnTo>
                  <a:lnTo>
                    <a:pt x="576932" y="65781"/>
                  </a:lnTo>
                  <a:lnTo>
                    <a:pt x="611011" y="92661"/>
                  </a:lnTo>
                  <a:lnTo>
                    <a:pt x="641662" y="123312"/>
                  </a:lnTo>
                  <a:lnTo>
                    <a:pt x="668542" y="157392"/>
                  </a:lnTo>
                  <a:lnTo>
                    <a:pt x="691306" y="194554"/>
                  </a:lnTo>
                  <a:lnTo>
                    <a:pt x="709610" y="234457"/>
                  </a:lnTo>
                  <a:lnTo>
                    <a:pt x="723111" y="276755"/>
                  </a:lnTo>
                  <a:lnTo>
                    <a:pt x="731463" y="321104"/>
                  </a:lnTo>
                  <a:lnTo>
                    <a:pt x="734324" y="367162"/>
                  </a:lnTo>
                  <a:lnTo>
                    <a:pt x="731463" y="413213"/>
                  </a:lnTo>
                  <a:lnTo>
                    <a:pt x="723111" y="457558"/>
                  </a:lnTo>
                  <a:lnTo>
                    <a:pt x="709610" y="499854"/>
                  </a:lnTo>
                  <a:lnTo>
                    <a:pt x="691306" y="539755"/>
                  </a:lnTo>
                  <a:lnTo>
                    <a:pt x="668542" y="576918"/>
                  </a:lnTo>
                  <a:lnTo>
                    <a:pt x="641662" y="610998"/>
                  </a:lnTo>
                  <a:lnTo>
                    <a:pt x="611011" y="641652"/>
                  </a:lnTo>
                  <a:lnTo>
                    <a:pt x="576932" y="668534"/>
                  </a:lnTo>
                  <a:lnTo>
                    <a:pt x="539769" y="691300"/>
                  </a:lnTo>
                  <a:lnTo>
                    <a:pt x="499866" y="709606"/>
                  </a:lnTo>
                  <a:lnTo>
                    <a:pt x="457568" y="723109"/>
                  </a:lnTo>
                  <a:lnTo>
                    <a:pt x="413219" y="731463"/>
                  </a:lnTo>
                  <a:lnTo>
                    <a:pt x="367162" y="7343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0" name="object 3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5871332" y="7451171"/>
              <a:ext cx="466724" cy="466709"/>
            </a:xfrm>
            <a:prstGeom prst="rect">
              <a:avLst/>
            </a:prstGeom>
          </p:spPr>
        </p:pic>
      </p:grpSp>
      <p:sp>
        <p:nvSpPr>
          <p:cNvPr id="31" name="object 31"/>
          <p:cNvSpPr txBox="1"/>
          <p:nvPr/>
        </p:nvSpPr>
        <p:spPr>
          <a:xfrm>
            <a:off x="7125106" y="1340203"/>
            <a:ext cx="10152380" cy="495173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4300" spc="240" b="1">
                <a:solidFill>
                  <a:srgbClr val="FFFFFF"/>
                </a:solidFill>
                <a:latin typeface="Trebuchet MS"/>
                <a:cs typeface="Trebuchet MS"/>
              </a:rPr>
              <a:t>BUSINESS</a:t>
            </a:r>
            <a:r>
              <a:rPr dirty="0" sz="4300" spc="-370" b="1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4300" spc="160" b="1">
                <a:solidFill>
                  <a:srgbClr val="FFFFFF"/>
                </a:solidFill>
                <a:latin typeface="Trebuchet MS"/>
                <a:cs typeface="Trebuchet MS"/>
              </a:rPr>
              <a:t>PROBLEM</a:t>
            </a:r>
            <a:r>
              <a:rPr dirty="0" sz="4300" spc="-365" b="1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4300" spc="390" b="1">
                <a:solidFill>
                  <a:srgbClr val="FFFFFF"/>
                </a:solidFill>
                <a:latin typeface="Trebuchet MS"/>
                <a:cs typeface="Trebuchet MS"/>
              </a:rPr>
              <a:t>&amp;</a:t>
            </a:r>
            <a:r>
              <a:rPr dirty="0" sz="4300" spc="-370" b="1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4300" spc="185" b="1">
                <a:solidFill>
                  <a:srgbClr val="FFFFFF"/>
                </a:solidFill>
                <a:latin typeface="Trebuchet MS"/>
                <a:cs typeface="Trebuchet MS"/>
              </a:rPr>
              <a:t>OBJECTIVES</a:t>
            </a:r>
            <a:endParaRPr sz="4300">
              <a:latin typeface="Trebuchet MS"/>
              <a:cs typeface="Trebuchet MS"/>
            </a:endParaRPr>
          </a:p>
          <a:p>
            <a:pPr marL="12700" marR="5080">
              <a:lnSpc>
                <a:spcPct val="116100"/>
              </a:lnSpc>
              <a:spcBef>
                <a:spcPts val="4630"/>
              </a:spcBef>
            </a:pPr>
            <a:r>
              <a:rPr dirty="0" sz="3350">
                <a:solidFill>
                  <a:srgbClr val="FFFFFF"/>
                </a:solidFill>
                <a:latin typeface="Lucida Sans Unicode"/>
                <a:cs typeface="Lucida Sans Unicode"/>
              </a:rPr>
              <a:t>Our</a:t>
            </a:r>
            <a:r>
              <a:rPr dirty="0" sz="3350" spc="-17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350" spc="145">
                <a:solidFill>
                  <a:srgbClr val="FFFFFF"/>
                </a:solidFill>
                <a:latin typeface="Lucida Sans Unicode"/>
                <a:cs typeface="Lucida Sans Unicode"/>
              </a:rPr>
              <a:t>Team</a:t>
            </a:r>
            <a:r>
              <a:rPr dirty="0" sz="3350" spc="-17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350" spc="220">
                <a:solidFill>
                  <a:srgbClr val="FFFFFF"/>
                </a:solidFill>
                <a:latin typeface="Lucida Sans Unicode"/>
                <a:cs typeface="Lucida Sans Unicode"/>
              </a:rPr>
              <a:t>act</a:t>
            </a:r>
            <a:r>
              <a:rPr dirty="0" sz="3350" spc="-17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350" spc="215">
                <a:solidFill>
                  <a:srgbClr val="FFFFFF"/>
                </a:solidFill>
                <a:latin typeface="Lucida Sans Unicode"/>
                <a:cs typeface="Lucida Sans Unicode"/>
              </a:rPr>
              <a:t>as</a:t>
            </a:r>
            <a:r>
              <a:rPr dirty="0" sz="3350" spc="-17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350" spc="90">
                <a:solidFill>
                  <a:srgbClr val="FFFFFF"/>
                </a:solidFill>
                <a:latin typeface="Lucida Sans Unicode"/>
                <a:cs typeface="Lucida Sans Unicode"/>
              </a:rPr>
              <a:t>People</a:t>
            </a:r>
            <a:r>
              <a:rPr dirty="0" sz="3350" spc="-17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350" spc="55">
                <a:solidFill>
                  <a:srgbClr val="FFFFFF"/>
                </a:solidFill>
                <a:latin typeface="Lucida Sans Unicode"/>
                <a:cs typeface="Lucida Sans Unicode"/>
              </a:rPr>
              <a:t>Analytics</a:t>
            </a:r>
            <a:r>
              <a:rPr dirty="0" sz="3350" spc="-17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350" spc="105">
                <a:solidFill>
                  <a:srgbClr val="FFFFFF"/>
                </a:solidFill>
                <a:latin typeface="Lucida Sans Unicode"/>
                <a:cs typeface="Lucida Sans Unicode"/>
              </a:rPr>
              <a:t>analysts</a:t>
            </a:r>
            <a:r>
              <a:rPr dirty="0" sz="3350" spc="-17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350" spc="-55">
                <a:solidFill>
                  <a:srgbClr val="FFFFFF"/>
                </a:solidFill>
                <a:latin typeface="Lucida Sans Unicode"/>
                <a:cs typeface="Lucida Sans Unicode"/>
              </a:rPr>
              <a:t>for</a:t>
            </a:r>
            <a:r>
              <a:rPr dirty="0" sz="3350" spc="-17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350" spc="355">
                <a:solidFill>
                  <a:srgbClr val="FFFFFF"/>
                </a:solidFill>
                <a:latin typeface="Lucida Sans Unicode"/>
                <a:cs typeface="Lucida Sans Unicode"/>
              </a:rPr>
              <a:t>a </a:t>
            </a:r>
            <a:r>
              <a:rPr dirty="0" sz="3350" spc="-50">
                <a:solidFill>
                  <a:srgbClr val="FFFFFF"/>
                </a:solidFill>
                <a:latin typeface="Lucida Sans Unicode"/>
                <a:cs typeface="Lucida Sans Unicode"/>
              </a:rPr>
              <a:t>IBM's</a:t>
            </a:r>
            <a:r>
              <a:rPr dirty="0" sz="3350" spc="-15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350" spc="-125">
                <a:solidFill>
                  <a:srgbClr val="FFFFFF"/>
                </a:solidFill>
                <a:latin typeface="Lucida Sans Unicode"/>
                <a:cs typeface="Lucida Sans Unicode"/>
              </a:rPr>
              <a:t>HR</a:t>
            </a:r>
            <a:r>
              <a:rPr dirty="0" sz="3350" spc="-15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350" spc="70">
                <a:solidFill>
                  <a:srgbClr val="FFFFFF"/>
                </a:solidFill>
                <a:latin typeface="Lucida Sans Unicode"/>
                <a:cs typeface="Lucida Sans Unicode"/>
              </a:rPr>
              <a:t>department,</a:t>
            </a:r>
            <a:r>
              <a:rPr dirty="0" sz="3350" spc="-15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350" spc="50">
                <a:solidFill>
                  <a:srgbClr val="FFFFFF"/>
                </a:solidFill>
                <a:latin typeface="Lucida Sans Unicode"/>
                <a:cs typeface="Lucida Sans Unicode"/>
              </a:rPr>
              <a:t>investigating</a:t>
            </a:r>
            <a:r>
              <a:rPr dirty="0" sz="3350" spc="-15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350" spc="80">
                <a:solidFill>
                  <a:srgbClr val="FFFFFF"/>
                </a:solidFill>
                <a:latin typeface="Lucida Sans Unicode"/>
                <a:cs typeface="Lucida Sans Unicode"/>
              </a:rPr>
              <a:t>why </a:t>
            </a:r>
            <a:r>
              <a:rPr dirty="0" sz="3350" spc="125">
                <a:solidFill>
                  <a:srgbClr val="FFFFFF"/>
                </a:solidFill>
                <a:latin typeface="Lucida Sans Unicode"/>
                <a:cs typeface="Lucida Sans Unicode"/>
              </a:rPr>
              <a:t>employees</a:t>
            </a:r>
            <a:r>
              <a:rPr dirty="0" sz="3350" spc="-16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350" spc="155">
                <a:solidFill>
                  <a:srgbClr val="FFFFFF"/>
                </a:solidFill>
                <a:latin typeface="Lucida Sans Unicode"/>
                <a:cs typeface="Lucida Sans Unicode"/>
              </a:rPr>
              <a:t>leave</a:t>
            </a:r>
            <a:r>
              <a:rPr dirty="0" sz="3350" spc="-16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350" spc="200">
                <a:solidFill>
                  <a:srgbClr val="FFFFFF"/>
                </a:solidFill>
                <a:latin typeface="Lucida Sans Unicode"/>
                <a:cs typeface="Lucida Sans Unicode"/>
              </a:rPr>
              <a:t>and</a:t>
            </a:r>
            <a:r>
              <a:rPr dirty="0" sz="3350" spc="-16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350" spc="85">
                <a:solidFill>
                  <a:srgbClr val="FFFFFF"/>
                </a:solidFill>
                <a:latin typeface="Lucida Sans Unicode"/>
                <a:cs typeface="Lucida Sans Unicode"/>
              </a:rPr>
              <a:t>which</a:t>
            </a:r>
            <a:r>
              <a:rPr dirty="0" sz="3350" spc="-16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350" spc="50">
                <a:solidFill>
                  <a:srgbClr val="FFFFFF"/>
                </a:solidFill>
                <a:latin typeface="Lucida Sans Unicode"/>
                <a:cs typeface="Lucida Sans Unicode"/>
              </a:rPr>
              <a:t>departments/roles </a:t>
            </a:r>
            <a:r>
              <a:rPr dirty="0" sz="3350" spc="150">
                <a:solidFill>
                  <a:srgbClr val="FFFFFF"/>
                </a:solidFill>
                <a:latin typeface="Lucida Sans Unicode"/>
                <a:cs typeface="Lucida Sans Unicode"/>
              </a:rPr>
              <a:t>are</a:t>
            </a:r>
            <a:r>
              <a:rPr dirty="0" sz="3350" spc="-114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350" spc="90">
                <a:solidFill>
                  <a:srgbClr val="FFFFFF"/>
                </a:solidFill>
                <a:latin typeface="Lucida Sans Unicode"/>
                <a:cs typeface="Lucida Sans Unicode"/>
              </a:rPr>
              <a:t>most</a:t>
            </a:r>
            <a:r>
              <a:rPr dirty="0" sz="3350" spc="-114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350" spc="55">
                <a:solidFill>
                  <a:srgbClr val="FFFFFF"/>
                </a:solidFill>
                <a:latin typeface="Lucida Sans Unicode"/>
                <a:cs typeface="Lucida Sans Unicode"/>
              </a:rPr>
              <a:t>affected,</a:t>
            </a:r>
            <a:r>
              <a:rPr dirty="0" sz="3350" spc="-114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350">
                <a:solidFill>
                  <a:srgbClr val="FFFFFF"/>
                </a:solidFill>
                <a:latin typeface="Lucida Sans Unicode"/>
                <a:cs typeface="Lucida Sans Unicode"/>
              </a:rPr>
              <a:t>to</a:t>
            </a:r>
            <a:r>
              <a:rPr dirty="0" sz="3350" spc="-11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350">
                <a:solidFill>
                  <a:srgbClr val="FFFFFF"/>
                </a:solidFill>
                <a:latin typeface="Lucida Sans Unicode"/>
                <a:cs typeface="Lucida Sans Unicode"/>
              </a:rPr>
              <a:t>inform</a:t>
            </a:r>
            <a:r>
              <a:rPr dirty="0" sz="3350" spc="-114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350">
                <a:solidFill>
                  <a:srgbClr val="FFFFFF"/>
                </a:solidFill>
                <a:latin typeface="Lucida Sans Unicode"/>
                <a:cs typeface="Lucida Sans Unicode"/>
              </a:rPr>
              <a:t>retention</a:t>
            </a:r>
            <a:r>
              <a:rPr dirty="0" sz="3350" spc="-114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350" spc="-10">
                <a:solidFill>
                  <a:srgbClr val="FFFFFF"/>
                </a:solidFill>
                <a:latin typeface="Lucida Sans Unicode"/>
                <a:cs typeface="Lucida Sans Unicode"/>
              </a:rPr>
              <a:t>strategy.</a:t>
            </a:r>
            <a:endParaRPr sz="3350">
              <a:latin typeface="Lucida Sans Unicode"/>
              <a:cs typeface="Lucida Sans Unicode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3350">
              <a:latin typeface="Lucida Sans Unicode"/>
              <a:cs typeface="Lucida Sans Unicode"/>
            </a:endParaRPr>
          </a:p>
          <a:p>
            <a:pPr marL="50165">
              <a:lnSpc>
                <a:spcPct val="100000"/>
              </a:lnSpc>
              <a:spcBef>
                <a:spcPts val="5"/>
              </a:spcBef>
            </a:pPr>
            <a:r>
              <a:rPr dirty="0" sz="4300" spc="245" b="1">
                <a:solidFill>
                  <a:srgbClr val="FFFFFF"/>
                </a:solidFill>
                <a:latin typeface="Trebuchet MS"/>
                <a:cs typeface="Trebuchet MS"/>
              </a:rPr>
              <a:t>WORKFLOW</a:t>
            </a:r>
            <a:endParaRPr sz="4300">
              <a:latin typeface="Trebuchet MS"/>
              <a:cs typeface="Trebuchet MS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7748889" y="7952295"/>
            <a:ext cx="1184275" cy="1604645"/>
          </a:xfrm>
          <a:prstGeom prst="rect">
            <a:avLst/>
          </a:prstGeom>
        </p:spPr>
        <p:txBody>
          <a:bodyPr wrap="square" lIns="0" tIns="20447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1610"/>
              </a:spcBef>
            </a:pPr>
            <a:r>
              <a:rPr dirty="0" sz="3000" spc="55" b="1">
                <a:solidFill>
                  <a:srgbClr val="FFFFFF"/>
                </a:solidFill>
                <a:latin typeface="Trebuchet MS"/>
                <a:cs typeface="Trebuchet MS"/>
              </a:rPr>
              <a:t>EXCEL</a:t>
            </a:r>
            <a:endParaRPr sz="3000">
              <a:latin typeface="Trebuchet MS"/>
              <a:cs typeface="Trebuchet MS"/>
            </a:endParaRPr>
          </a:p>
          <a:p>
            <a:pPr algn="ctr">
              <a:lnSpc>
                <a:spcPct val="100000"/>
              </a:lnSpc>
              <a:spcBef>
                <a:spcPts val="2160"/>
              </a:spcBef>
            </a:pPr>
            <a:r>
              <a:rPr dirty="0" sz="4300" spc="-969" b="1">
                <a:solidFill>
                  <a:srgbClr val="FFFFFF"/>
                </a:solidFill>
                <a:latin typeface="Trebuchet MS"/>
                <a:cs typeface="Trebuchet MS"/>
              </a:rPr>
              <a:t>1</a:t>
            </a:r>
            <a:endParaRPr sz="4300">
              <a:latin typeface="Trebuchet MS"/>
              <a:cs typeface="Trebuchet MS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10270441" y="8017650"/>
            <a:ext cx="1347470" cy="1539240"/>
          </a:xfrm>
          <a:prstGeom prst="rect">
            <a:avLst/>
          </a:prstGeom>
        </p:spPr>
        <p:txBody>
          <a:bodyPr wrap="square" lIns="0" tIns="18796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1480"/>
              </a:spcBef>
            </a:pPr>
            <a:r>
              <a:rPr dirty="0" sz="2500" spc="100" b="1">
                <a:solidFill>
                  <a:srgbClr val="FFFFFF"/>
                </a:solidFill>
                <a:latin typeface="Trebuchet MS"/>
                <a:cs typeface="Trebuchet MS"/>
              </a:rPr>
              <a:t>PYTHON</a:t>
            </a:r>
            <a:endParaRPr sz="2500">
              <a:latin typeface="Trebuchet MS"/>
              <a:cs typeface="Trebuchet MS"/>
            </a:endParaRPr>
          </a:p>
          <a:p>
            <a:pPr algn="ctr" marR="26034">
              <a:lnSpc>
                <a:spcPct val="100000"/>
              </a:lnSpc>
              <a:spcBef>
                <a:spcPts val="2375"/>
              </a:spcBef>
            </a:pPr>
            <a:r>
              <a:rPr dirty="0" sz="4300" spc="-50" b="1">
                <a:solidFill>
                  <a:srgbClr val="FFFFFF"/>
                </a:solidFill>
                <a:latin typeface="Trebuchet MS"/>
                <a:cs typeface="Trebuchet MS"/>
              </a:rPr>
              <a:t>2</a:t>
            </a:r>
            <a:endParaRPr sz="4300">
              <a:latin typeface="Trebuchet MS"/>
              <a:cs typeface="Trebuchet MS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13146693" y="7952295"/>
            <a:ext cx="742950" cy="1604645"/>
          </a:xfrm>
          <a:prstGeom prst="rect">
            <a:avLst/>
          </a:prstGeom>
        </p:spPr>
        <p:txBody>
          <a:bodyPr wrap="square" lIns="0" tIns="2044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610"/>
              </a:spcBef>
            </a:pPr>
            <a:r>
              <a:rPr dirty="0" sz="3000" spc="70" b="1">
                <a:solidFill>
                  <a:srgbClr val="FFFFFF"/>
                </a:solidFill>
                <a:latin typeface="Trebuchet MS"/>
                <a:cs typeface="Trebuchet MS"/>
              </a:rPr>
              <a:t>SQL</a:t>
            </a:r>
            <a:endParaRPr sz="3000">
              <a:latin typeface="Trebuchet MS"/>
              <a:cs typeface="Trebuchet MS"/>
            </a:endParaRPr>
          </a:p>
          <a:p>
            <a:pPr marL="200025">
              <a:lnSpc>
                <a:spcPct val="100000"/>
              </a:lnSpc>
              <a:spcBef>
                <a:spcPts val="2160"/>
              </a:spcBef>
            </a:pPr>
            <a:r>
              <a:rPr dirty="0" sz="4300" spc="25" b="1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  <a:endParaRPr sz="4300">
              <a:latin typeface="Trebuchet MS"/>
              <a:cs typeface="Trebuchet MS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5253689" y="7951945"/>
            <a:ext cx="1681480" cy="1604645"/>
          </a:xfrm>
          <a:prstGeom prst="rect">
            <a:avLst/>
          </a:prstGeom>
        </p:spPr>
        <p:txBody>
          <a:bodyPr wrap="square" lIns="0" tIns="210185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1655"/>
              </a:spcBef>
            </a:pPr>
            <a:r>
              <a:rPr dirty="0" sz="2700" spc="150" b="1">
                <a:solidFill>
                  <a:srgbClr val="FFFFFF"/>
                </a:solidFill>
                <a:latin typeface="Trebuchet MS"/>
                <a:cs typeface="Trebuchet MS"/>
              </a:rPr>
              <a:t>POWER</a:t>
            </a:r>
            <a:r>
              <a:rPr dirty="0" sz="2700" spc="-235" b="1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2700" spc="65" b="1">
                <a:solidFill>
                  <a:srgbClr val="FFFFFF"/>
                </a:solidFill>
                <a:latin typeface="Trebuchet MS"/>
                <a:cs typeface="Trebuchet MS"/>
              </a:rPr>
              <a:t>BI</a:t>
            </a:r>
            <a:endParaRPr sz="2700">
              <a:latin typeface="Trebuchet MS"/>
              <a:cs typeface="Trebuchet MS"/>
            </a:endParaRPr>
          </a:p>
          <a:p>
            <a:pPr algn="ctr" marL="8255">
              <a:lnSpc>
                <a:spcPct val="100000"/>
              </a:lnSpc>
              <a:spcBef>
                <a:spcPts val="2475"/>
              </a:spcBef>
            </a:pPr>
            <a:r>
              <a:rPr dirty="0" sz="4300" spc="325" b="1">
                <a:solidFill>
                  <a:srgbClr val="FFFFFF"/>
                </a:solidFill>
                <a:latin typeface="Trebuchet MS"/>
                <a:cs typeface="Trebuchet MS"/>
              </a:rPr>
              <a:t>4</a:t>
            </a:r>
            <a:endParaRPr sz="4300">
              <a:latin typeface="Trebuchet MS"/>
              <a:cs typeface="Trebuchet MS"/>
            </a:endParaRPr>
          </a:p>
        </p:txBody>
      </p:sp>
      <p:sp>
        <p:nvSpPr>
          <p:cNvPr id="36" name="object 36" descr="$PPTXTitle"/>
          <p:cNvSpPr txBox="1">
            <a:spLocks noGrp="1"/>
          </p:cNvSpPr>
          <p:nvPr>
            <p:ph type="title"/>
          </p:nvPr>
        </p:nvSpPr>
        <p:spPr>
          <a:xfrm>
            <a:off x="7125111" y="447282"/>
            <a:ext cx="587375" cy="767715"/>
          </a:xfrm>
          <a:prstGeom prst="rect"/>
        </p:spPr>
        <p:txBody>
          <a:bodyPr wrap="square" lIns="0" tIns="152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4850" spc="-905"/>
              <a:t>01</a:t>
            </a:r>
            <a:endParaRPr sz="4850"/>
          </a:p>
        </p:txBody>
      </p:sp>
      <p:grpSp>
        <p:nvGrpSpPr>
          <p:cNvPr id="37" name="object 37"/>
          <p:cNvGrpSpPr/>
          <p:nvPr/>
        </p:nvGrpSpPr>
        <p:grpSpPr>
          <a:xfrm>
            <a:off x="9144000" y="8479955"/>
            <a:ext cx="1186180" cy="571500"/>
            <a:chOff x="9144000" y="8479955"/>
            <a:chExt cx="1186180" cy="571500"/>
          </a:xfrm>
        </p:grpSpPr>
        <p:sp>
          <p:nvSpPr>
            <p:cNvPr id="38" name="object 38"/>
            <p:cNvSpPr/>
            <p:nvPr/>
          </p:nvSpPr>
          <p:spPr>
            <a:xfrm>
              <a:off x="9144000" y="8694267"/>
              <a:ext cx="793115" cy="142875"/>
            </a:xfrm>
            <a:custGeom>
              <a:avLst/>
              <a:gdLst/>
              <a:ahLst/>
              <a:cxnLst/>
              <a:rect l="l" t="t" r="r" b="b"/>
              <a:pathLst>
                <a:path w="793115" h="142875">
                  <a:moveTo>
                    <a:pt x="0" y="0"/>
                  </a:moveTo>
                  <a:lnTo>
                    <a:pt x="793111" y="0"/>
                  </a:lnTo>
                  <a:lnTo>
                    <a:pt x="793111" y="142875"/>
                  </a:lnTo>
                  <a:lnTo>
                    <a:pt x="0" y="142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1B999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9" name="object 39"/>
            <p:cNvSpPr/>
            <p:nvPr/>
          </p:nvSpPr>
          <p:spPr>
            <a:xfrm>
              <a:off x="9972830" y="8551392"/>
              <a:ext cx="285750" cy="428625"/>
            </a:xfrm>
            <a:custGeom>
              <a:avLst/>
              <a:gdLst/>
              <a:ahLst/>
              <a:cxnLst/>
              <a:rect l="l" t="t" r="r" b="b"/>
              <a:pathLst>
                <a:path w="285750" h="428625">
                  <a:moveTo>
                    <a:pt x="0" y="428625"/>
                  </a:moveTo>
                  <a:lnTo>
                    <a:pt x="0" y="0"/>
                  </a:lnTo>
                  <a:lnTo>
                    <a:pt x="285747" y="214312"/>
                  </a:lnTo>
                  <a:lnTo>
                    <a:pt x="0" y="428625"/>
                  </a:lnTo>
                  <a:close/>
                </a:path>
              </a:pathLst>
            </a:custGeom>
            <a:solidFill>
              <a:srgbClr val="D1B999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0" name="object 40"/>
            <p:cNvSpPr/>
            <p:nvPr/>
          </p:nvSpPr>
          <p:spPr>
            <a:xfrm>
              <a:off x="9972830" y="8551392"/>
              <a:ext cx="285750" cy="428625"/>
            </a:xfrm>
            <a:custGeom>
              <a:avLst/>
              <a:gdLst/>
              <a:ahLst/>
              <a:cxnLst/>
              <a:rect l="l" t="t" r="r" b="b"/>
              <a:pathLst>
                <a:path w="285750" h="428625">
                  <a:moveTo>
                    <a:pt x="0" y="0"/>
                  </a:moveTo>
                  <a:lnTo>
                    <a:pt x="285747" y="214312"/>
                  </a:lnTo>
                  <a:lnTo>
                    <a:pt x="0" y="428625"/>
                  </a:lnTo>
                  <a:lnTo>
                    <a:pt x="0" y="0"/>
                  </a:lnTo>
                  <a:close/>
                </a:path>
              </a:pathLst>
            </a:custGeom>
            <a:ln w="142875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41" name="object 41"/>
          <p:cNvGrpSpPr/>
          <p:nvPr/>
        </p:nvGrpSpPr>
        <p:grpSpPr>
          <a:xfrm>
            <a:off x="11712580" y="8551399"/>
            <a:ext cx="1186180" cy="571500"/>
            <a:chOff x="11712580" y="8551399"/>
            <a:chExt cx="1186180" cy="571500"/>
          </a:xfrm>
        </p:grpSpPr>
        <p:sp>
          <p:nvSpPr>
            <p:cNvPr id="42" name="object 42"/>
            <p:cNvSpPr/>
            <p:nvPr/>
          </p:nvSpPr>
          <p:spPr>
            <a:xfrm>
              <a:off x="11712580" y="8765712"/>
              <a:ext cx="793115" cy="142875"/>
            </a:xfrm>
            <a:custGeom>
              <a:avLst/>
              <a:gdLst/>
              <a:ahLst/>
              <a:cxnLst/>
              <a:rect l="l" t="t" r="r" b="b"/>
              <a:pathLst>
                <a:path w="793115" h="142875">
                  <a:moveTo>
                    <a:pt x="0" y="0"/>
                  </a:moveTo>
                  <a:lnTo>
                    <a:pt x="793111" y="0"/>
                  </a:lnTo>
                  <a:lnTo>
                    <a:pt x="793111" y="142875"/>
                  </a:lnTo>
                  <a:lnTo>
                    <a:pt x="0" y="142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1B999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3" name="object 43"/>
            <p:cNvSpPr/>
            <p:nvPr/>
          </p:nvSpPr>
          <p:spPr>
            <a:xfrm>
              <a:off x="12541410" y="8622837"/>
              <a:ext cx="285750" cy="428625"/>
            </a:xfrm>
            <a:custGeom>
              <a:avLst/>
              <a:gdLst/>
              <a:ahLst/>
              <a:cxnLst/>
              <a:rect l="l" t="t" r="r" b="b"/>
              <a:pathLst>
                <a:path w="285750" h="428625">
                  <a:moveTo>
                    <a:pt x="0" y="428625"/>
                  </a:moveTo>
                  <a:lnTo>
                    <a:pt x="0" y="0"/>
                  </a:lnTo>
                  <a:lnTo>
                    <a:pt x="285747" y="214312"/>
                  </a:lnTo>
                  <a:lnTo>
                    <a:pt x="0" y="428625"/>
                  </a:lnTo>
                  <a:close/>
                </a:path>
              </a:pathLst>
            </a:custGeom>
            <a:solidFill>
              <a:srgbClr val="D1B999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4" name="object 44"/>
            <p:cNvSpPr/>
            <p:nvPr/>
          </p:nvSpPr>
          <p:spPr>
            <a:xfrm>
              <a:off x="12541410" y="8622837"/>
              <a:ext cx="285750" cy="428625"/>
            </a:xfrm>
            <a:custGeom>
              <a:avLst/>
              <a:gdLst/>
              <a:ahLst/>
              <a:cxnLst/>
              <a:rect l="l" t="t" r="r" b="b"/>
              <a:pathLst>
                <a:path w="285750" h="428625">
                  <a:moveTo>
                    <a:pt x="0" y="0"/>
                  </a:moveTo>
                  <a:lnTo>
                    <a:pt x="285747" y="214312"/>
                  </a:lnTo>
                  <a:lnTo>
                    <a:pt x="0" y="428625"/>
                  </a:lnTo>
                  <a:lnTo>
                    <a:pt x="0" y="0"/>
                  </a:lnTo>
                  <a:close/>
                </a:path>
              </a:pathLst>
            </a:custGeom>
            <a:ln w="142875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45" name="object 45"/>
          <p:cNvGrpSpPr/>
          <p:nvPr/>
        </p:nvGrpSpPr>
        <p:grpSpPr>
          <a:xfrm>
            <a:off x="14340413" y="8551399"/>
            <a:ext cx="1186180" cy="571500"/>
            <a:chOff x="14340413" y="8551399"/>
            <a:chExt cx="1186180" cy="571500"/>
          </a:xfrm>
        </p:grpSpPr>
        <p:sp>
          <p:nvSpPr>
            <p:cNvPr id="46" name="object 46"/>
            <p:cNvSpPr/>
            <p:nvPr/>
          </p:nvSpPr>
          <p:spPr>
            <a:xfrm>
              <a:off x="14340413" y="8765712"/>
              <a:ext cx="793115" cy="142875"/>
            </a:xfrm>
            <a:custGeom>
              <a:avLst/>
              <a:gdLst/>
              <a:ahLst/>
              <a:cxnLst/>
              <a:rect l="l" t="t" r="r" b="b"/>
              <a:pathLst>
                <a:path w="793115" h="142875">
                  <a:moveTo>
                    <a:pt x="0" y="0"/>
                  </a:moveTo>
                  <a:lnTo>
                    <a:pt x="793111" y="0"/>
                  </a:lnTo>
                  <a:lnTo>
                    <a:pt x="793111" y="142875"/>
                  </a:lnTo>
                  <a:lnTo>
                    <a:pt x="0" y="142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1B999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7" name="object 47"/>
            <p:cNvSpPr/>
            <p:nvPr/>
          </p:nvSpPr>
          <p:spPr>
            <a:xfrm>
              <a:off x="15169243" y="8622837"/>
              <a:ext cx="285750" cy="428625"/>
            </a:xfrm>
            <a:custGeom>
              <a:avLst/>
              <a:gdLst/>
              <a:ahLst/>
              <a:cxnLst/>
              <a:rect l="l" t="t" r="r" b="b"/>
              <a:pathLst>
                <a:path w="285750" h="428625">
                  <a:moveTo>
                    <a:pt x="0" y="428625"/>
                  </a:moveTo>
                  <a:lnTo>
                    <a:pt x="0" y="0"/>
                  </a:lnTo>
                  <a:lnTo>
                    <a:pt x="285747" y="214312"/>
                  </a:lnTo>
                  <a:lnTo>
                    <a:pt x="0" y="428625"/>
                  </a:lnTo>
                  <a:close/>
                </a:path>
              </a:pathLst>
            </a:custGeom>
            <a:solidFill>
              <a:srgbClr val="D1B999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8" name="object 48"/>
            <p:cNvSpPr/>
            <p:nvPr/>
          </p:nvSpPr>
          <p:spPr>
            <a:xfrm>
              <a:off x="15169243" y="8622837"/>
              <a:ext cx="285750" cy="428625"/>
            </a:xfrm>
            <a:custGeom>
              <a:avLst/>
              <a:gdLst/>
              <a:ahLst/>
              <a:cxnLst/>
              <a:rect l="l" t="t" r="r" b="b"/>
              <a:pathLst>
                <a:path w="285750" h="428625">
                  <a:moveTo>
                    <a:pt x="0" y="0"/>
                  </a:moveTo>
                  <a:lnTo>
                    <a:pt x="285747" y="214312"/>
                  </a:lnTo>
                  <a:lnTo>
                    <a:pt x="0" y="428625"/>
                  </a:lnTo>
                  <a:lnTo>
                    <a:pt x="0" y="0"/>
                  </a:lnTo>
                  <a:close/>
                </a:path>
              </a:pathLst>
            </a:custGeom>
            <a:ln w="142875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953962"/>
            <a:ext cx="18288000" cy="9258300"/>
            <a:chOff x="0" y="953962"/>
            <a:chExt cx="18288000" cy="92583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953962"/>
              <a:ext cx="18287999" cy="925828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1441658" y="2501484"/>
              <a:ext cx="2306955" cy="0"/>
            </a:xfrm>
            <a:custGeom>
              <a:avLst/>
              <a:gdLst/>
              <a:ahLst/>
              <a:cxnLst/>
              <a:rect l="l" t="t" r="r" b="b"/>
              <a:pathLst>
                <a:path w="2306954" h="0">
                  <a:moveTo>
                    <a:pt x="0" y="0"/>
                  </a:moveTo>
                  <a:lnTo>
                    <a:pt x="2306335" y="0"/>
                  </a:lnTo>
                </a:path>
              </a:pathLst>
            </a:custGeom>
            <a:ln w="57150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1441653" y="2863442"/>
              <a:ext cx="15405100" cy="6084570"/>
            </a:xfrm>
            <a:custGeom>
              <a:avLst/>
              <a:gdLst/>
              <a:ahLst/>
              <a:cxnLst/>
              <a:rect l="l" t="t" r="r" b="b"/>
              <a:pathLst>
                <a:path w="15405100" h="6084570">
                  <a:moveTo>
                    <a:pt x="4707991" y="501256"/>
                  </a:moveTo>
                  <a:lnTo>
                    <a:pt x="4705604" y="453237"/>
                  </a:lnTo>
                  <a:lnTo>
                    <a:pt x="4698568" y="406031"/>
                  </a:lnTo>
                  <a:lnTo>
                    <a:pt x="4686986" y="359968"/>
                  </a:lnTo>
                  <a:lnTo>
                    <a:pt x="4671009" y="315353"/>
                  </a:lnTo>
                  <a:lnTo>
                    <a:pt x="4650765" y="272503"/>
                  </a:lnTo>
                  <a:lnTo>
                    <a:pt x="4626368" y="231736"/>
                  </a:lnTo>
                  <a:lnTo>
                    <a:pt x="4597971" y="193382"/>
                  </a:lnTo>
                  <a:lnTo>
                    <a:pt x="4565701" y="157759"/>
                  </a:lnTo>
                  <a:lnTo>
                    <a:pt x="4530077" y="125488"/>
                  </a:lnTo>
                  <a:lnTo>
                    <a:pt x="4491723" y="97091"/>
                  </a:lnTo>
                  <a:lnTo>
                    <a:pt x="4450956" y="72707"/>
                  </a:lnTo>
                  <a:lnTo>
                    <a:pt x="4408119" y="52451"/>
                  </a:lnTo>
                  <a:lnTo>
                    <a:pt x="4363504" y="36474"/>
                  </a:lnTo>
                  <a:lnTo>
                    <a:pt x="4317441" y="24892"/>
                  </a:lnTo>
                  <a:lnTo>
                    <a:pt x="4270235" y="17856"/>
                  </a:lnTo>
                  <a:lnTo>
                    <a:pt x="4222229" y="15481"/>
                  </a:lnTo>
                  <a:lnTo>
                    <a:pt x="485775" y="15481"/>
                  </a:lnTo>
                  <a:lnTo>
                    <a:pt x="437756" y="17856"/>
                  </a:lnTo>
                  <a:lnTo>
                    <a:pt x="390563" y="24892"/>
                  </a:lnTo>
                  <a:lnTo>
                    <a:pt x="344487" y="36474"/>
                  </a:lnTo>
                  <a:lnTo>
                    <a:pt x="299872" y="52451"/>
                  </a:lnTo>
                  <a:lnTo>
                    <a:pt x="257022" y="72707"/>
                  </a:lnTo>
                  <a:lnTo>
                    <a:pt x="216268" y="97091"/>
                  </a:lnTo>
                  <a:lnTo>
                    <a:pt x="177914" y="125488"/>
                  </a:lnTo>
                  <a:lnTo>
                    <a:pt x="142278" y="157759"/>
                  </a:lnTo>
                  <a:lnTo>
                    <a:pt x="110007" y="193382"/>
                  </a:lnTo>
                  <a:lnTo>
                    <a:pt x="81610" y="231736"/>
                  </a:lnTo>
                  <a:lnTo>
                    <a:pt x="57226" y="272503"/>
                  </a:lnTo>
                  <a:lnTo>
                    <a:pt x="36982" y="315353"/>
                  </a:lnTo>
                  <a:lnTo>
                    <a:pt x="20993" y="359968"/>
                  </a:lnTo>
                  <a:lnTo>
                    <a:pt x="9423" y="406031"/>
                  </a:lnTo>
                  <a:lnTo>
                    <a:pt x="2374" y="453237"/>
                  </a:lnTo>
                  <a:lnTo>
                    <a:pt x="0" y="501256"/>
                  </a:lnTo>
                  <a:lnTo>
                    <a:pt x="0" y="5602998"/>
                  </a:lnTo>
                  <a:lnTo>
                    <a:pt x="2374" y="5651004"/>
                  </a:lnTo>
                  <a:lnTo>
                    <a:pt x="9423" y="5698210"/>
                  </a:lnTo>
                  <a:lnTo>
                    <a:pt x="20993" y="5744273"/>
                  </a:lnTo>
                  <a:lnTo>
                    <a:pt x="36982" y="5788901"/>
                  </a:lnTo>
                  <a:lnTo>
                    <a:pt x="57226" y="5831751"/>
                  </a:lnTo>
                  <a:lnTo>
                    <a:pt x="81610" y="5872518"/>
                  </a:lnTo>
                  <a:lnTo>
                    <a:pt x="110007" y="5910872"/>
                  </a:lnTo>
                  <a:lnTo>
                    <a:pt x="142278" y="5946508"/>
                  </a:lnTo>
                  <a:lnTo>
                    <a:pt x="177914" y="5978779"/>
                  </a:lnTo>
                  <a:lnTo>
                    <a:pt x="216268" y="6007163"/>
                  </a:lnTo>
                  <a:lnTo>
                    <a:pt x="257022" y="6031560"/>
                  </a:lnTo>
                  <a:lnTo>
                    <a:pt x="299872" y="6051804"/>
                  </a:lnTo>
                  <a:lnTo>
                    <a:pt x="344487" y="6067780"/>
                  </a:lnTo>
                  <a:lnTo>
                    <a:pt x="390563" y="6079363"/>
                  </a:lnTo>
                  <a:lnTo>
                    <a:pt x="424141" y="6084367"/>
                  </a:lnTo>
                  <a:lnTo>
                    <a:pt x="4283862" y="6084367"/>
                  </a:lnTo>
                  <a:lnTo>
                    <a:pt x="4363504" y="6067780"/>
                  </a:lnTo>
                  <a:lnTo>
                    <a:pt x="4408119" y="6051804"/>
                  </a:lnTo>
                  <a:lnTo>
                    <a:pt x="4450956" y="6031560"/>
                  </a:lnTo>
                  <a:lnTo>
                    <a:pt x="4491723" y="6007163"/>
                  </a:lnTo>
                  <a:lnTo>
                    <a:pt x="4530077" y="5978779"/>
                  </a:lnTo>
                  <a:lnTo>
                    <a:pt x="4565701" y="5946508"/>
                  </a:lnTo>
                  <a:lnTo>
                    <a:pt x="4597971" y="5910872"/>
                  </a:lnTo>
                  <a:lnTo>
                    <a:pt x="4626368" y="5872518"/>
                  </a:lnTo>
                  <a:lnTo>
                    <a:pt x="4650765" y="5831751"/>
                  </a:lnTo>
                  <a:lnTo>
                    <a:pt x="4671009" y="5788901"/>
                  </a:lnTo>
                  <a:lnTo>
                    <a:pt x="4686986" y="5744273"/>
                  </a:lnTo>
                  <a:lnTo>
                    <a:pt x="4698568" y="5698210"/>
                  </a:lnTo>
                  <a:lnTo>
                    <a:pt x="4705604" y="5651004"/>
                  </a:lnTo>
                  <a:lnTo>
                    <a:pt x="4707991" y="5602998"/>
                  </a:lnTo>
                  <a:lnTo>
                    <a:pt x="4707991" y="501256"/>
                  </a:lnTo>
                  <a:close/>
                </a:path>
                <a:path w="15405100" h="6084570">
                  <a:moveTo>
                    <a:pt x="10056330" y="485775"/>
                  </a:moveTo>
                  <a:lnTo>
                    <a:pt x="10053968" y="437756"/>
                  </a:lnTo>
                  <a:lnTo>
                    <a:pt x="10046919" y="390563"/>
                  </a:lnTo>
                  <a:lnTo>
                    <a:pt x="10035349" y="344487"/>
                  </a:lnTo>
                  <a:lnTo>
                    <a:pt x="10019360" y="299872"/>
                  </a:lnTo>
                  <a:lnTo>
                    <a:pt x="9999116" y="257022"/>
                  </a:lnTo>
                  <a:lnTo>
                    <a:pt x="9974732" y="216268"/>
                  </a:lnTo>
                  <a:lnTo>
                    <a:pt x="9946335" y="177914"/>
                  </a:lnTo>
                  <a:lnTo>
                    <a:pt x="9914064" y="142278"/>
                  </a:lnTo>
                  <a:lnTo>
                    <a:pt x="9878428" y="110007"/>
                  </a:lnTo>
                  <a:lnTo>
                    <a:pt x="9840074" y="81610"/>
                  </a:lnTo>
                  <a:lnTo>
                    <a:pt x="9799307" y="57226"/>
                  </a:lnTo>
                  <a:lnTo>
                    <a:pt x="9756457" y="36969"/>
                  </a:lnTo>
                  <a:lnTo>
                    <a:pt x="9711842" y="20993"/>
                  </a:lnTo>
                  <a:lnTo>
                    <a:pt x="9665767" y="9423"/>
                  </a:lnTo>
                  <a:lnTo>
                    <a:pt x="9618561" y="2374"/>
                  </a:lnTo>
                  <a:lnTo>
                    <a:pt x="9570555" y="0"/>
                  </a:lnTo>
                  <a:lnTo>
                    <a:pt x="5834113" y="0"/>
                  </a:lnTo>
                  <a:lnTo>
                    <a:pt x="5786107" y="2374"/>
                  </a:lnTo>
                  <a:lnTo>
                    <a:pt x="5738901" y="9423"/>
                  </a:lnTo>
                  <a:lnTo>
                    <a:pt x="5692838" y="20993"/>
                  </a:lnTo>
                  <a:lnTo>
                    <a:pt x="5648223" y="36969"/>
                  </a:lnTo>
                  <a:lnTo>
                    <a:pt x="5605373" y="57226"/>
                  </a:lnTo>
                  <a:lnTo>
                    <a:pt x="5564606" y="81610"/>
                  </a:lnTo>
                  <a:lnTo>
                    <a:pt x="5526252" y="110007"/>
                  </a:lnTo>
                  <a:lnTo>
                    <a:pt x="5490629" y="142278"/>
                  </a:lnTo>
                  <a:lnTo>
                    <a:pt x="5458358" y="177914"/>
                  </a:lnTo>
                  <a:lnTo>
                    <a:pt x="5429961" y="216268"/>
                  </a:lnTo>
                  <a:lnTo>
                    <a:pt x="5405564" y="257022"/>
                  </a:lnTo>
                  <a:lnTo>
                    <a:pt x="5385320" y="299872"/>
                  </a:lnTo>
                  <a:lnTo>
                    <a:pt x="5369344" y="344487"/>
                  </a:lnTo>
                  <a:lnTo>
                    <a:pt x="5357761" y="390563"/>
                  </a:lnTo>
                  <a:lnTo>
                    <a:pt x="5350726" y="437756"/>
                  </a:lnTo>
                  <a:lnTo>
                    <a:pt x="5348338" y="485775"/>
                  </a:lnTo>
                  <a:lnTo>
                    <a:pt x="5348338" y="5587543"/>
                  </a:lnTo>
                  <a:lnTo>
                    <a:pt x="5350726" y="5635549"/>
                  </a:lnTo>
                  <a:lnTo>
                    <a:pt x="5357761" y="5682742"/>
                  </a:lnTo>
                  <a:lnTo>
                    <a:pt x="5369344" y="5728805"/>
                  </a:lnTo>
                  <a:lnTo>
                    <a:pt x="5385320" y="5773420"/>
                  </a:lnTo>
                  <a:lnTo>
                    <a:pt x="5405564" y="5816270"/>
                  </a:lnTo>
                  <a:lnTo>
                    <a:pt x="5429961" y="5857024"/>
                  </a:lnTo>
                  <a:lnTo>
                    <a:pt x="5458358" y="5895391"/>
                  </a:lnTo>
                  <a:lnTo>
                    <a:pt x="5490629" y="5931014"/>
                  </a:lnTo>
                  <a:lnTo>
                    <a:pt x="5526252" y="5963285"/>
                  </a:lnTo>
                  <a:lnTo>
                    <a:pt x="5564606" y="5991682"/>
                  </a:lnTo>
                  <a:lnTo>
                    <a:pt x="5605373" y="6016079"/>
                  </a:lnTo>
                  <a:lnTo>
                    <a:pt x="5648223" y="6036322"/>
                  </a:lnTo>
                  <a:lnTo>
                    <a:pt x="5692838" y="6052299"/>
                  </a:lnTo>
                  <a:lnTo>
                    <a:pt x="5738901" y="6063881"/>
                  </a:lnTo>
                  <a:lnTo>
                    <a:pt x="5772518" y="6068898"/>
                  </a:lnTo>
                  <a:lnTo>
                    <a:pt x="9632150" y="6068898"/>
                  </a:lnTo>
                  <a:lnTo>
                    <a:pt x="9711842" y="6052299"/>
                  </a:lnTo>
                  <a:lnTo>
                    <a:pt x="9756457" y="6036322"/>
                  </a:lnTo>
                  <a:lnTo>
                    <a:pt x="9799307" y="6016079"/>
                  </a:lnTo>
                  <a:lnTo>
                    <a:pt x="9840074" y="5991682"/>
                  </a:lnTo>
                  <a:lnTo>
                    <a:pt x="9878428" y="5963285"/>
                  </a:lnTo>
                  <a:lnTo>
                    <a:pt x="9914064" y="5931014"/>
                  </a:lnTo>
                  <a:lnTo>
                    <a:pt x="9946335" y="5895391"/>
                  </a:lnTo>
                  <a:lnTo>
                    <a:pt x="9974732" y="5857024"/>
                  </a:lnTo>
                  <a:lnTo>
                    <a:pt x="9999116" y="5816270"/>
                  </a:lnTo>
                  <a:lnTo>
                    <a:pt x="10019360" y="5773420"/>
                  </a:lnTo>
                  <a:lnTo>
                    <a:pt x="10035349" y="5728805"/>
                  </a:lnTo>
                  <a:lnTo>
                    <a:pt x="10046919" y="5682742"/>
                  </a:lnTo>
                  <a:lnTo>
                    <a:pt x="10053968" y="5635549"/>
                  </a:lnTo>
                  <a:lnTo>
                    <a:pt x="10056330" y="5587543"/>
                  </a:lnTo>
                  <a:lnTo>
                    <a:pt x="10056330" y="485775"/>
                  </a:lnTo>
                  <a:close/>
                </a:path>
                <a:path w="15405100" h="6084570">
                  <a:moveTo>
                    <a:pt x="15404681" y="501256"/>
                  </a:moveTo>
                  <a:lnTo>
                    <a:pt x="15402294" y="453237"/>
                  </a:lnTo>
                  <a:lnTo>
                    <a:pt x="15395245" y="406031"/>
                  </a:lnTo>
                  <a:lnTo>
                    <a:pt x="15383675" y="359968"/>
                  </a:lnTo>
                  <a:lnTo>
                    <a:pt x="15367686" y="315353"/>
                  </a:lnTo>
                  <a:lnTo>
                    <a:pt x="15347442" y="272503"/>
                  </a:lnTo>
                  <a:lnTo>
                    <a:pt x="15323058" y="231736"/>
                  </a:lnTo>
                  <a:lnTo>
                    <a:pt x="15294661" y="193382"/>
                  </a:lnTo>
                  <a:lnTo>
                    <a:pt x="15262390" y="157759"/>
                  </a:lnTo>
                  <a:lnTo>
                    <a:pt x="15226767" y="125488"/>
                  </a:lnTo>
                  <a:lnTo>
                    <a:pt x="15188413" y="97091"/>
                  </a:lnTo>
                  <a:lnTo>
                    <a:pt x="15147659" y="72707"/>
                  </a:lnTo>
                  <a:lnTo>
                    <a:pt x="15104809" y="52451"/>
                  </a:lnTo>
                  <a:lnTo>
                    <a:pt x="15060194" y="36474"/>
                  </a:lnTo>
                  <a:lnTo>
                    <a:pt x="15014118" y="24892"/>
                  </a:lnTo>
                  <a:lnTo>
                    <a:pt x="14966925" y="17856"/>
                  </a:lnTo>
                  <a:lnTo>
                    <a:pt x="14918906" y="15481"/>
                  </a:lnTo>
                  <a:lnTo>
                    <a:pt x="11182464" y="15481"/>
                  </a:lnTo>
                  <a:lnTo>
                    <a:pt x="11134446" y="17856"/>
                  </a:lnTo>
                  <a:lnTo>
                    <a:pt x="11087252" y="24892"/>
                  </a:lnTo>
                  <a:lnTo>
                    <a:pt x="11041177" y="36474"/>
                  </a:lnTo>
                  <a:lnTo>
                    <a:pt x="10996562" y="52451"/>
                  </a:lnTo>
                  <a:lnTo>
                    <a:pt x="10953712" y="72707"/>
                  </a:lnTo>
                  <a:lnTo>
                    <a:pt x="10912958" y="97091"/>
                  </a:lnTo>
                  <a:lnTo>
                    <a:pt x="10874591" y="125488"/>
                  </a:lnTo>
                  <a:lnTo>
                    <a:pt x="10838967" y="157759"/>
                  </a:lnTo>
                  <a:lnTo>
                    <a:pt x="10806697" y="193382"/>
                  </a:lnTo>
                  <a:lnTo>
                    <a:pt x="10778300" y="231736"/>
                  </a:lnTo>
                  <a:lnTo>
                    <a:pt x="10753916" y="272503"/>
                  </a:lnTo>
                  <a:lnTo>
                    <a:pt x="10733659" y="315353"/>
                  </a:lnTo>
                  <a:lnTo>
                    <a:pt x="10717682" y="359968"/>
                  </a:lnTo>
                  <a:lnTo>
                    <a:pt x="10706100" y="406031"/>
                  </a:lnTo>
                  <a:lnTo>
                    <a:pt x="10699064" y="453237"/>
                  </a:lnTo>
                  <a:lnTo>
                    <a:pt x="10696689" y="501256"/>
                  </a:lnTo>
                  <a:lnTo>
                    <a:pt x="10696689" y="5602998"/>
                  </a:lnTo>
                  <a:lnTo>
                    <a:pt x="10699064" y="5651004"/>
                  </a:lnTo>
                  <a:lnTo>
                    <a:pt x="10706100" y="5698210"/>
                  </a:lnTo>
                  <a:lnTo>
                    <a:pt x="10717682" y="5744273"/>
                  </a:lnTo>
                  <a:lnTo>
                    <a:pt x="10733659" y="5788901"/>
                  </a:lnTo>
                  <a:lnTo>
                    <a:pt x="10753916" y="5831751"/>
                  </a:lnTo>
                  <a:lnTo>
                    <a:pt x="10778300" y="5872518"/>
                  </a:lnTo>
                  <a:lnTo>
                    <a:pt x="10806697" y="5910872"/>
                  </a:lnTo>
                  <a:lnTo>
                    <a:pt x="10838967" y="5946508"/>
                  </a:lnTo>
                  <a:lnTo>
                    <a:pt x="10874591" y="5978779"/>
                  </a:lnTo>
                  <a:lnTo>
                    <a:pt x="10912958" y="6007163"/>
                  </a:lnTo>
                  <a:lnTo>
                    <a:pt x="10953712" y="6031560"/>
                  </a:lnTo>
                  <a:lnTo>
                    <a:pt x="10996562" y="6051804"/>
                  </a:lnTo>
                  <a:lnTo>
                    <a:pt x="11041177" y="6067780"/>
                  </a:lnTo>
                  <a:lnTo>
                    <a:pt x="11087252" y="6079363"/>
                  </a:lnTo>
                  <a:lnTo>
                    <a:pt x="11120819" y="6084367"/>
                  </a:lnTo>
                  <a:lnTo>
                    <a:pt x="14980552" y="6084367"/>
                  </a:lnTo>
                  <a:lnTo>
                    <a:pt x="15060194" y="6067780"/>
                  </a:lnTo>
                  <a:lnTo>
                    <a:pt x="15104809" y="6051804"/>
                  </a:lnTo>
                  <a:lnTo>
                    <a:pt x="15147659" y="6031560"/>
                  </a:lnTo>
                  <a:lnTo>
                    <a:pt x="15188413" y="6007163"/>
                  </a:lnTo>
                  <a:lnTo>
                    <a:pt x="15226767" y="5978779"/>
                  </a:lnTo>
                  <a:lnTo>
                    <a:pt x="15262390" y="5946508"/>
                  </a:lnTo>
                  <a:lnTo>
                    <a:pt x="15294661" y="5910872"/>
                  </a:lnTo>
                  <a:lnTo>
                    <a:pt x="15323058" y="5872518"/>
                  </a:lnTo>
                  <a:lnTo>
                    <a:pt x="15347442" y="5831751"/>
                  </a:lnTo>
                  <a:lnTo>
                    <a:pt x="15367686" y="5788901"/>
                  </a:lnTo>
                  <a:lnTo>
                    <a:pt x="15383675" y="5744273"/>
                  </a:lnTo>
                  <a:lnTo>
                    <a:pt x="15395245" y="5698210"/>
                  </a:lnTo>
                  <a:lnTo>
                    <a:pt x="15402294" y="5651004"/>
                  </a:lnTo>
                  <a:lnTo>
                    <a:pt x="15404681" y="5602998"/>
                  </a:lnTo>
                  <a:lnTo>
                    <a:pt x="15404681" y="501256"/>
                  </a:lnTo>
                  <a:close/>
                </a:path>
              </a:pathLst>
            </a:custGeom>
            <a:solidFill>
              <a:srgbClr val="FFFFFF">
                <a:alpha val="369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863263" y="4342039"/>
              <a:ext cx="178431" cy="215296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1863217" y="3650271"/>
              <a:ext cx="11871325" cy="981710"/>
            </a:xfrm>
            <a:custGeom>
              <a:avLst/>
              <a:gdLst/>
              <a:ahLst/>
              <a:cxnLst/>
              <a:rect l="l" t="t" r="r" b="b"/>
              <a:pathLst>
                <a:path w="11871325" h="981710">
                  <a:moveTo>
                    <a:pt x="418426" y="552907"/>
                  </a:moveTo>
                  <a:lnTo>
                    <a:pt x="416915" y="545363"/>
                  </a:lnTo>
                  <a:lnTo>
                    <a:pt x="412762" y="539203"/>
                  </a:lnTo>
                  <a:lnTo>
                    <a:pt x="406603" y="535051"/>
                  </a:lnTo>
                  <a:lnTo>
                    <a:pt x="399059" y="533527"/>
                  </a:lnTo>
                  <a:lnTo>
                    <a:pt x="379679" y="533527"/>
                  </a:lnTo>
                  <a:lnTo>
                    <a:pt x="379679" y="572274"/>
                  </a:lnTo>
                  <a:lnTo>
                    <a:pt x="379679" y="868324"/>
                  </a:lnTo>
                  <a:lnTo>
                    <a:pt x="278752" y="868324"/>
                  </a:lnTo>
                  <a:lnTo>
                    <a:pt x="278752" y="572274"/>
                  </a:lnTo>
                  <a:lnTo>
                    <a:pt x="379679" y="572274"/>
                  </a:lnTo>
                  <a:lnTo>
                    <a:pt x="379679" y="533527"/>
                  </a:lnTo>
                  <a:lnTo>
                    <a:pt x="259372" y="533527"/>
                  </a:lnTo>
                  <a:lnTo>
                    <a:pt x="251828" y="535051"/>
                  </a:lnTo>
                  <a:lnTo>
                    <a:pt x="245681" y="539203"/>
                  </a:lnTo>
                  <a:lnTo>
                    <a:pt x="241528" y="545363"/>
                  </a:lnTo>
                  <a:lnTo>
                    <a:pt x="240004" y="552907"/>
                  </a:lnTo>
                  <a:lnTo>
                    <a:pt x="240004" y="887691"/>
                  </a:lnTo>
                  <a:lnTo>
                    <a:pt x="241528" y="895235"/>
                  </a:lnTo>
                  <a:lnTo>
                    <a:pt x="245681" y="901395"/>
                  </a:lnTo>
                  <a:lnTo>
                    <a:pt x="251828" y="905548"/>
                  </a:lnTo>
                  <a:lnTo>
                    <a:pt x="259372" y="907072"/>
                  </a:lnTo>
                  <a:lnTo>
                    <a:pt x="399059" y="907072"/>
                  </a:lnTo>
                  <a:lnTo>
                    <a:pt x="406603" y="905548"/>
                  </a:lnTo>
                  <a:lnTo>
                    <a:pt x="412762" y="901395"/>
                  </a:lnTo>
                  <a:lnTo>
                    <a:pt x="416915" y="895235"/>
                  </a:lnTo>
                  <a:lnTo>
                    <a:pt x="418426" y="887691"/>
                  </a:lnTo>
                  <a:lnTo>
                    <a:pt x="418426" y="868324"/>
                  </a:lnTo>
                  <a:lnTo>
                    <a:pt x="418426" y="572274"/>
                  </a:lnTo>
                  <a:lnTo>
                    <a:pt x="418426" y="552907"/>
                  </a:lnTo>
                  <a:close/>
                </a:path>
                <a:path w="11871325" h="981710">
                  <a:moveTo>
                    <a:pt x="658393" y="654469"/>
                  </a:moveTo>
                  <a:lnTo>
                    <a:pt x="656869" y="646925"/>
                  </a:lnTo>
                  <a:lnTo>
                    <a:pt x="652716" y="640765"/>
                  </a:lnTo>
                  <a:lnTo>
                    <a:pt x="646569" y="636612"/>
                  </a:lnTo>
                  <a:lnTo>
                    <a:pt x="639025" y="635088"/>
                  </a:lnTo>
                  <a:lnTo>
                    <a:pt x="619645" y="635088"/>
                  </a:lnTo>
                  <a:lnTo>
                    <a:pt x="619645" y="673836"/>
                  </a:lnTo>
                  <a:lnTo>
                    <a:pt x="619645" y="868324"/>
                  </a:lnTo>
                  <a:lnTo>
                    <a:pt x="518718" y="868324"/>
                  </a:lnTo>
                  <a:lnTo>
                    <a:pt x="518718" y="673836"/>
                  </a:lnTo>
                  <a:lnTo>
                    <a:pt x="619645" y="673836"/>
                  </a:lnTo>
                  <a:lnTo>
                    <a:pt x="619645" y="635088"/>
                  </a:lnTo>
                  <a:lnTo>
                    <a:pt x="499338" y="635088"/>
                  </a:lnTo>
                  <a:lnTo>
                    <a:pt x="491794" y="636612"/>
                  </a:lnTo>
                  <a:lnTo>
                    <a:pt x="485635" y="640765"/>
                  </a:lnTo>
                  <a:lnTo>
                    <a:pt x="481482" y="646925"/>
                  </a:lnTo>
                  <a:lnTo>
                    <a:pt x="479971" y="654469"/>
                  </a:lnTo>
                  <a:lnTo>
                    <a:pt x="479971" y="887691"/>
                  </a:lnTo>
                  <a:lnTo>
                    <a:pt x="481482" y="895235"/>
                  </a:lnTo>
                  <a:lnTo>
                    <a:pt x="485635" y="901395"/>
                  </a:lnTo>
                  <a:lnTo>
                    <a:pt x="491794" y="905548"/>
                  </a:lnTo>
                  <a:lnTo>
                    <a:pt x="499338" y="907072"/>
                  </a:lnTo>
                  <a:lnTo>
                    <a:pt x="639025" y="907072"/>
                  </a:lnTo>
                  <a:lnTo>
                    <a:pt x="646569" y="905548"/>
                  </a:lnTo>
                  <a:lnTo>
                    <a:pt x="652716" y="901395"/>
                  </a:lnTo>
                  <a:lnTo>
                    <a:pt x="656869" y="895235"/>
                  </a:lnTo>
                  <a:lnTo>
                    <a:pt x="658393" y="887691"/>
                  </a:lnTo>
                  <a:lnTo>
                    <a:pt x="658393" y="868324"/>
                  </a:lnTo>
                  <a:lnTo>
                    <a:pt x="658393" y="673836"/>
                  </a:lnTo>
                  <a:lnTo>
                    <a:pt x="658393" y="654469"/>
                  </a:lnTo>
                  <a:close/>
                </a:path>
                <a:path w="11871325" h="981710">
                  <a:moveTo>
                    <a:pt x="898359" y="425564"/>
                  </a:moveTo>
                  <a:lnTo>
                    <a:pt x="896835" y="418020"/>
                  </a:lnTo>
                  <a:lnTo>
                    <a:pt x="892683" y="411861"/>
                  </a:lnTo>
                  <a:lnTo>
                    <a:pt x="886523" y="407708"/>
                  </a:lnTo>
                  <a:lnTo>
                    <a:pt x="878992" y="406184"/>
                  </a:lnTo>
                  <a:lnTo>
                    <a:pt x="859612" y="406184"/>
                  </a:lnTo>
                  <a:lnTo>
                    <a:pt x="859612" y="444944"/>
                  </a:lnTo>
                  <a:lnTo>
                    <a:pt x="859612" y="868324"/>
                  </a:lnTo>
                  <a:lnTo>
                    <a:pt x="758672" y="868324"/>
                  </a:lnTo>
                  <a:lnTo>
                    <a:pt x="758672" y="444944"/>
                  </a:lnTo>
                  <a:lnTo>
                    <a:pt x="859612" y="444944"/>
                  </a:lnTo>
                  <a:lnTo>
                    <a:pt x="859612" y="406184"/>
                  </a:lnTo>
                  <a:lnTo>
                    <a:pt x="739305" y="406184"/>
                  </a:lnTo>
                  <a:lnTo>
                    <a:pt x="731761" y="407708"/>
                  </a:lnTo>
                  <a:lnTo>
                    <a:pt x="725601" y="411861"/>
                  </a:lnTo>
                  <a:lnTo>
                    <a:pt x="721448" y="418020"/>
                  </a:lnTo>
                  <a:lnTo>
                    <a:pt x="719924" y="425564"/>
                  </a:lnTo>
                  <a:lnTo>
                    <a:pt x="719924" y="887691"/>
                  </a:lnTo>
                  <a:lnTo>
                    <a:pt x="721448" y="895235"/>
                  </a:lnTo>
                  <a:lnTo>
                    <a:pt x="725601" y="901395"/>
                  </a:lnTo>
                  <a:lnTo>
                    <a:pt x="731761" y="905548"/>
                  </a:lnTo>
                  <a:lnTo>
                    <a:pt x="739305" y="907072"/>
                  </a:lnTo>
                  <a:lnTo>
                    <a:pt x="878992" y="907072"/>
                  </a:lnTo>
                  <a:lnTo>
                    <a:pt x="886523" y="905548"/>
                  </a:lnTo>
                  <a:lnTo>
                    <a:pt x="892683" y="901395"/>
                  </a:lnTo>
                  <a:lnTo>
                    <a:pt x="896835" y="895235"/>
                  </a:lnTo>
                  <a:lnTo>
                    <a:pt x="898359" y="887691"/>
                  </a:lnTo>
                  <a:lnTo>
                    <a:pt x="898359" y="868324"/>
                  </a:lnTo>
                  <a:lnTo>
                    <a:pt x="898359" y="444944"/>
                  </a:lnTo>
                  <a:lnTo>
                    <a:pt x="898359" y="425564"/>
                  </a:lnTo>
                  <a:close/>
                </a:path>
                <a:path w="11871325" h="981710">
                  <a:moveTo>
                    <a:pt x="1106982" y="125133"/>
                  </a:moveTo>
                  <a:lnTo>
                    <a:pt x="1090015" y="84226"/>
                  </a:lnTo>
                  <a:lnTo>
                    <a:pt x="1068235" y="71145"/>
                  </a:lnTo>
                  <a:lnTo>
                    <a:pt x="1068235" y="125133"/>
                  </a:lnTo>
                  <a:lnTo>
                    <a:pt x="1066736" y="132575"/>
                  </a:lnTo>
                  <a:lnTo>
                    <a:pt x="1062621" y="138658"/>
                  </a:lnTo>
                  <a:lnTo>
                    <a:pt x="1056551" y="142760"/>
                  </a:lnTo>
                  <a:lnTo>
                    <a:pt x="1049108" y="144272"/>
                  </a:lnTo>
                  <a:lnTo>
                    <a:pt x="1041666" y="142760"/>
                  </a:lnTo>
                  <a:lnTo>
                    <a:pt x="1035583" y="138658"/>
                  </a:lnTo>
                  <a:lnTo>
                    <a:pt x="1031481" y="132575"/>
                  </a:lnTo>
                  <a:lnTo>
                    <a:pt x="1031367" y="131978"/>
                  </a:lnTo>
                  <a:lnTo>
                    <a:pt x="1029982" y="125133"/>
                  </a:lnTo>
                  <a:lnTo>
                    <a:pt x="1031481" y="117703"/>
                  </a:lnTo>
                  <a:lnTo>
                    <a:pt x="1035583" y="111620"/>
                  </a:lnTo>
                  <a:lnTo>
                    <a:pt x="1041666" y="107518"/>
                  </a:lnTo>
                  <a:lnTo>
                    <a:pt x="1049108" y="106006"/>
                  </a:lnTo>
                  <a:lnTo>
                    <a:pt x="1056551" y="107518"/>
                  </a:lnTo>
                  <a:lnTo>
                    <a:pt x="1062621" y="111620"/>
                  </a:lnTo>
                  <a:lnTo>
                    <a:pt x="1066736" y="117703"/>
                  </a:lnTo>
                  <a:lnTo>
                    <a:pt x="1066761" y="117843"/>
                  </a:lnTo>
                  <a:lnTo>
                    <a:pt x="1068235" y="125133"/>
                  </a:lnTo>
                  <a:lnTo>
                    <a:pt x="1068235" y="71145"/>
                  </a:lnTo>
                  <a:lnTo>
                    <a:pt x="1049108" y="67259"/>
                  </a:lnTo>
                  <a:lnTo>
                    <a:pt x="1028230" y="71158"/>
                  </a:lnTo>
                  <a:lnTo>
                    <a:pt x="1010716" y="81864"/>
                  </a:lnTo>
                  <a:lnTo>
                    <a:pt x="998042" y="97917"/>
                  </a:lnTo>
                  <a:lnTo>
                    <a:pt x="991692" y="117843"/>
                  </a:lnTo>
                  <a:lnTo>
                    <a:pt x="858532" y="155155"/>
                  </a:lnTo>
                  <a:lnTo>
                    <a:pt x="849452" y="143814"/>
                  </a:lnTo>
                  <a:lnTo>
                    <a:pt x="837844" y="135064"/>
                  </a:lnTo>
                  <a:lnTo>
                    <a:pt x="828268" y="131102"/>
                  </a:lnTo>
                  <a:lnTo>
                    <a:pt x="828268" y="185305"/>
                  </a:lnTo>
                  <a:lnTo>
                    <a:pt x="826770" y="192747"/>
                  </a:lnTo>
                  <a:lnTo>
                    <a:pt x="822667" y="198831"/>
                  </a:lnTo>
                  <a:lnTo>
                    <a:pt x="816584" y="202933"/>
                  </a:lnTo>
                  <a:lnTo>
                    <a:pt x="809142" y="204431"/>
                  </a:lnTo>
                  <a:lnTo>
                    <a:pt x="801700" y="202933"/>
                  </a:lnTo>
                  <a:lnTo>
                    <a:pt x="795629" y="198831"/>
                  </a:lnTo>
                  <a:lnTo>
                    <a:pt x="791527" y="192747"/>
                  </a:lnTo>
                  <a:lnTo>
                    <a:pt x="790016" y="185305"/>
                  </a:lnTo>
                  <a:lnTo>
                    <a:pt x="791527" y="177876"/>
                  </a:lnTo>
                  <a:lnTo>
                    <a:pt x="795629" y="171792"/>
                  </a:lnTo>
                  <a:lnTo>
                    <a:pt x="801700" y="167690"/>
                  </a:lnTo>
                  <a:lnTo>
                    <a:pt x="809142" y="166179"/>
                  </a:lnTo>
                  <a:lnTo>
                    <a:pt x="816584" y="167690"/>
                  </a:lnTo>
                  <a:lnTo>
                    <a:pt x="822667" y="171792"/>
                  </a:lnTo>
                  <a:lnTo>
                    <a:pt x="826770" y="177876"/>
                  </a:lnTo>
                  <a:lnTo>
                    <a:pt x="826884" y="178460"/>
                  </a:lnTo>
                  <a:lnTo>
                    <a:pt x="828268" y="185305"/>
                  </a:lnTo>
                  <a:lnTo>
                    <a:pt x="828268" y="131102"/>
                  </a:lnTo>
                  <a:lnTo>
                    <a:pt x="824242" y="129425"/>
                  </a:lnTo>
                  <a:lnTo>
                    <a:pt x="809142" y="127431"/>
                  </a:lnTo>
                  <a:lnTo>
                    <a:pt x="786638" y="131978"/>
                  </a:lnTo>
                  <a:lnTo>
                    <a:pt x="768248" y="144399"/>
                  </a:lnTo>
                  <a:lnTo>
                    <a:pt x="755827" y="162801"/>
                  </a:lnTo>
                  <a:lnTo>
                    <a:pt x="751268" y="185305"/>
                  </a:lnTo>
                  <a:lnTo>
                    <a:pt x="751941" y="194081"/>
                  </a:lnTo>
                  <a:lnTo>
                    <a:pt x="753859" y="202438"/>
                  </a:lnTo>
                  <a:lnTo>
                    <a:pt x="756958" y="210299"/>
                  </a:lnTo>
                  <a:lnTo>
                    <a:pt x="761111" y="217551"/>
                  </a:lnTo>
                  <a:lnTo>
                    <a:pt x="589991" y="498894"/>
                  </a:lnTo>
                  <a:lnTo>
                    <a:pt x="588302" y="498246"/>
                  </a:lnTo>
                  <a:lnTo>
                    <a:pt x="588302" y="552907"/>
                  </a:lnTo>
                  <a:lnTo>
                    <a:pt x="586803" y="560349"/>
                  </a:lnTo>
                  <a:lnTo>
                    <a:pt x="582701" y="566432"/>
                  </a:lnTo>
                  <a:lnTo>
                    <a:pt x="576618" y="570534"/>
                  </a:lnTo>
                  <a:lnTo>
                    <a:pt x="569175" y="572033"/>
                  </a:lnTo>
                  <a:lnTo>
                    <a:pt x="561746" y="570534"/>
                  </a:lnTo>
                  <a:lnTo>
                    <a:pt x="555663" y="566432"/>
                  </a:lnTo>
                  <a:lnTo>
                    <a:pt x="551561" y="560349"/>
                  </a:lnTo>
                  <a:lnTo>
                    <a:pt x="550049" y="552907"/>
                  </a:lnTo>
                  <a:lnTo>
                    <a:pt x="551561" y="545465"/>
                  </a:lnTo>
                  <a:lnTo>
                    <a:pt x="551649" y="545338"/>
                  </a:lnTo>
                  <a:lnTo>
                    <a:pt x="555663" y="539394"/>
                  </a:lnTo>
                  <a:lnTo>
                    <a:pt x="561746" y="535279"/>
                  </a:lnTo>
                  <a:lnTo>
                    <a:pt x="569175" y="533781"/>
                  </a:lnTo>
                  <a:lnTo>
                    <a:pt x="576618" y="535279"/>
                  </a:lnTo>
                  <a:lnTo>
                    <a:pt x="582701" y="539394"/>
                  </a:lnTo>
                  <a:lnTo>
                    <a:pt x="586803" y="545465"/>
                  </a:lnTo>
                  <a:lnTo>
                    <a:pt x="588302" y="552907"/>
                  </a:lnTo>
                  <a:lnTo>
                    <a:pt x="588302" y="498246"/>
                  </a:lnTo>
                  <a:lnTo>
                    <a:pt x="583526" y="496392"/>
                  </a:lnTo>
                  <a:lnTo>
                    <a:pt x="576516" y="495020"/>
                  </a:lnTo>
                  <a:lnTo>
                    <a:pt x="569188" y="495020"/>
                  </a:lnTo>
                  <a:lnTo>
                    <a:pt x="557237" y="496265"/>
                  </a:lnTo>
                  <a:lnTo>
                    <a:pt x="546125" y="499821"/>
                  </a:lnTo>
                  <a:lnTo>
                    <a:pt x="536105" y="505434"/>
                  </a:lnTo>
                  <a:lnTo>
                    <a:pt x="527443" y="512851"/>
                  </a:lnTo>
                  <a:lnTo>
                    <a:pt x="465328" y="484873"/>
                  </a:lnTo>
                  <a:lnTo>
                    <a:pt x="418884" y="463956"/>
                  </a:lnTo>
                  <a:lnTo>
                    <a:pt x="386905" y="449554"/>
                  </a:lnTo>
                  <a:lnTo>
                    <a:pt x="387032" y="447992"/>
                  </a:lnTo>
                  <a:lnTo>
                    <a:pt x="387096" y="444830"/>
                  </a:lnTo>
                  <a:lnTo>
                    <a:pt x="383222" y="425704"/>
                  </a:lnTo>
                  <a:lnTo>
                    <a:pt x="382536" y="422313"/>
                  </a:lnTo>
                  <a:lnTo>
                    <a:pt x="370128" y="403923"/>
                  </a:lnTo>
                  <a:lnTo>
                    <a:pt x="351726" y="391502"/>
                  </a:lnTo>
                  <a:lnTo>
                    <a:pt x="348348" y="390829"/>
                  </a:lnTo>
                  <a:lnTo>
                    <a:pt x="348348" y="444830"/>
                  </a:lnTo>
                  <a:lnTo>
                    <a:pt x="346837" y="452272"/>
                  </a:lnTo>
                  <a:lnTo>
                    <a:pt x="342734" y="458343"/>
                  </a:lnTo>
                  <a:lnTo>
                    <a:pt x="336651" y="462457"/>
                  </a:lnTo>
                  <a:lnTo>
                    <a:pt x="329222" y="463956"/>
                  </a:lnTo>
                  <a:lnTo>
                    <a:pt x="321779" y="462457"/>
                  </a:lnTo>
                  <a:lnTo>
                    <a:pt x="315696" y="458343"/>
                  </a:lnTo>
                  <a:lnTo>
                    <a:pt x="311594" y="452272"/>
                  </a:lnTo>
                  <a:lnTo>
                    <a:pt x="310095" y="444830"/>
                  </a:lnTo>
                  <a:lnTo>
                    <a:pt x="311594" y="437388"/>
                  </a:lnTo>
                  <a:lnTo>
                    <a:pt x="315696" y="431304"/>
                  </a:lnTo>
                  <a:lnTo>
                    <a:pt x="321779" y="427202"/>
                  </a:lnTo>
                  <a:lnTo>
                    <a:pt x="329222" y="425704"/>
                  </a:lnTo>
                  <a:lnTo>
                    <a:pt x="336651" y="427202"/>
                  </a:lnTo>
                  <a:lnTo>
                    <a:pt x="342734" y="431304"/>
                  </a:lnTo>
                  <a:lnTo>
                    <a:pt x="346837" y="437388"/>
                  </a:lnTo>
                  <a:lnTo>
                    <a:pt x="348348" y="444830"/>
                  </a:lnTo>
                  <a:lnTo>
                    <a:pt x="348348" y="390829"/>
                  </a:lnTo>
                  <a:lnTo>
                    <a:pt x="306705" y="391502"/>
                  </a:lnTo>
                  <a:lnTo>
                    <a:pt x="275894" y="422313"/>
                  </a:lnTo>
                  <a:lnTo>
                    <a:pt x="271335" y="444830"/>
                  </a:lnTo>
                  <a:lnTo>
                    <a:pt x="271335" y="449554"/>
                  </a:lnTo>
                  <a:lnTo>
                    <a:pt x="271919" y="454164"/>
                  </a:lnTo>
                  <a:lnTo>
                    <a:pt x="272986" y="458571"/>
                  </a:lnTo>
                  <a:lnTo>
                    <a:pt x="124180" y="556298"/>
                  </a:lnTo>
                  <a:lnTo>
                    <a:pt x="116471" y="551345"/>
                  </a:lnTo>
                  <a:lnTo>
                    <a:pt x="108381" y="547827"/>
                  </a:lnTo>
                  <a:lnTo>
                    <a:pt x="108381" y="602424"/>
                  </a:lnTo>
                  <a:lnTo>
                    <a:pt x="106870" y="609854"/>
                  </a:lnTo>
                  <a:lnTo>
                    <a:pt x="102768" y="615937"/>
                  </a:lnTo>
                  <a:lnTo>
                    <a:pt x="96697" y="620039"/>
                  </a:lnTo>
                  <a:lnTo>
                    <a:pt x="89255" y="621550"/>
                  </a:lnTo>
                  <a:lnTo>
                    <a:pt x="81813" y="620039"/>
                  </a:lnTo>
                  <a:lnTo>
                    <a:pt x="75730" y="615937"/>
                  </a:lnTo>
                  <a:lnTo>
                    <a:pt x="71628" y="609854"/>
                  </a:lnTo>
                  <a:lnTo>
                    <a:pt x="70129" y="602424"/>
                  </a:lnTo>
                  <a:lnTo>
                    <a:pt x="71628" y="594982"/>
                  </a:lnTo>
                  <a:lnTo>
                    <a:pt x="75730" y="588899"/>
                  </a:lnTo>
                  <a:lnTo>
                    <a:pt x="81813" y="584796"/>
                  </a:lnTo>
                  <a:lnTo>
                    <a:pt x="89255" y="583285"/>
                  </a:lnTo>
                  <a:lnTo>
                    <a:pt x="96697" y="584796"/>
                  </a:lnTo>
                  <a:lnTo>
                    <a:pt x="102768" y="588899"/>
                  </a:lnTo>
                  <a:lnTo>
                    <a:pt x="106870" y="594982"/>
                  </a:lnTo>
                  <a:lnTo>
                    <a:pt x="108381" y="602424"/>
                  </a:lnTo>
                  <a:lnTo>
                    <a:pt x="108381" y="547827"/>
                  </a:lnTo>
                  <a:lnTo>
                    <a:pt x="107988" y="547649"/>
                  </a:lnTo>
                  <a:lnTo>
                    <a:pt x="98869" y="545338"/>
                  </a:lnTo>
                  <a:lnTo>
                    <a:pt x="89255" y="544537"/>
                  </a:lnTo>
                  <a:lnTo>
                    <a:pt x="66738" y="549097"/>
                  </a:lnTo>
                  <a:lnTo>
                    <a:pt x="48348" y="561505"/>
                  </a:lnTo>
                  <a:lnTo>
                    <a:pt x="35928" y="579907"/>
                  </a:lnTo>
                  <a:lnTo>
                    <a:pt x="31369" y="602424"/>
                  </a:lnTo>
                  <a:lnTo>
                    <a:pt x="35928" y="624928"/>
                  </a:lnTo>
                  <a:lnTo>
                    <a:pt x="48348" y="643318"/>
                  </a:lnTo>
                  <a:lnTo>
                    <a:pt x="66751" y="655739"/>
                  </a:lnTo>
                  <a:lnTo>
                    <a:pt x="89255" y="660298"/>
                  </a:lnTo>
                  <a:lnTo>
                    <a:pt x="111760" y="655739"/>
                  </a:lnTo>
                  <a:lnTo>
                    <a:pt x="130162" y="643318"/>
                  </a:lnTo>
                  <a:lnTo>
                    <a:pt x="142582" y="624928"/>
                  </a:lnTo>
                  <a:lnTo>
                    <a:pt x="143256" y="621550"/>
                  </a:lnTo>
                  <a:lnTo>
                    <a:pt x="147129" y="602424"/>
                  </a:lnTo>
                  <a:lnTo>
                    <a:pt x="147129" y="597687"/>
                  </a:lnTo>
                  <a:lnTo>
                    <a:pt x="146558" y="593077"/>
                  </a:lnTo>
                  <a:lnTo>
                    <a:pt x="145478" y="588670"/>
                  </a:lnTo>
                  <a:lnTo>
                    <a:pt x="153682" y="583285"/>
                  </a:lnTo>
                  <a:lnTo>
                    <a:pt x="194779" y="556298"/>
                  </a:lnTo>
                  <a:lnTo>
                    <a:pt x="294297" y="490943"/>
                  </a:lnTo>
                  <a:lnTo>
                    <a:pt x="302006" y="495896"/>
                  </a:lnTo>
                  <a:lnTo>
                    <a:pt x="310489" y="499592"/>
                  </a:lnTo>
                  <a:lnTo>
                    <a:pt x="319595" y="501904"/>
                  </a:lnTo>
                  <a:lnTo>
                    <a:pt x="329222" y="502704"/>
                  </a:lnTo>
                  <a:lnTo>
                    <a:pt x="341172" y="501459"/>
                  </a:lnTo>
                  <a:lnTo>
                    <a:pt x="352285" y="497903"/>
                  </a:lnTo>
                  <a:lnTo>
                    <a:pt x="362292" y="492302"/>
                  </a:lnTo>
                  <a:lnTo>
                    <a:pt x="363880" y="490943"/>
                  </a:lnTo>
                  <a:lnTo>
                    <a:pt x="370967" y="484873"/>
                  </a:lnTo>
                  <a:lnTo>
                    <a:pt x="511505" y="548170"/>
                  </a:lnTo>
                  <a:lnTo>
                    <a:pt x="511378" y="549732"/>
                  </a:lnTo>
                  <a:lnTo>
                    <a:pt x="511314" y="552907"/>
                  </a:lnTo>
                  <a:lnTo>
                    <a:pt x="515861" y="575411"/>
                  </a:lnTo>
                  <a:lnTo>
                    <a:pt x="528281" y="593813"/>
                  </a:lnTo>
                  <a:lnTo>
                    <a:pt x="546684" y="606221"/>
                  </a:lnTo>
                  <a:lnTo>
                    <a:pt x="569188" y="610781"/>
                  </a:lnTo>
                  <a:lnTo>
                    <a:pt x="591693" y="606221"/>
                  </a:lnTo>
                  <a:lnTo>
                    <a:pt x="610095" y="593813"/>
                  </a:lnTo>
                  <a:lnTo>
                    <a:pt x="622503" y="575411"/>
                  </a:lnTo>
                  <a:lnTo>
                    <a:pt x="623189" y="572033"/>
                  </a:lnTo>
                  <a:lnTo>
                    <a:pt x="627062" y="552907"/>
                  </a:lnTo>
                  <a:lnTo>
                    <a:pt x="626960" y="551345"/>
                  </a:lnTo>
                  <a:lnTo>
                    <a:pt x="626859" y="549732"/>
                  </a:lnTo>
                  <a:lnTo>
                    <a:pt x="626808" y="549097"/>
                  </a:lnTo>
                  <a:lnTo>
                    <a:pt x="626719" y="547649"/>
                  </a:lnTo>
                  <a:lnTo>
                    <a:pt x="626567" y="545338"/>
                  </a:lnTo>
                  <a:lnTo>
                    <a:pt x="625132" y="538073"/>
                  </a:lnTo>
                  <a:lnTo>
                    <a:pt x="623697" y="533781"/>
                  </a:lnTo>
                  <a:lnTo>
                    <a:pt x="622820" y="531152"/>
                  </a:lnTo>
                  <a:lnTo>
                    <a:pt x="619683" y="524649"/>
                  </a:lnTo>
                  <a:lnTo>
                    <a:pt x="626859" y="512851"/>
                  </a:lnTo>
                  <a:lnTo>
                    <a:pt x="635342" y="498894"/>
                  </a:lnTo>
                  <a:lnTo>
                    <a:pt x="792378" y="240703"/>
                  </a:lnTo>
                  <a:lnTo>
                    <a:pt x="797687" y="242316"/>
                  </a:lnTo>
                  <a:lnTo>
                    <a:pt x="803325" y="243179"/>
                  </a:lnTo>
                  <a:lnTo>
                    <a:pt x="809155" y="243179"/>
                  </a:lnTo>
                  <a:lnTo>
                    <a:pt x="822540" y="240703"/>
                  </a:lnTo>
                  <a:lnTo>
                    <a:pt x="829906" y="239331"/>
                  </a:lnTo>
                  <a:lnTo>
                    <a:pt x="847344" y="228752"/>
                  </a:lnTo>
                  <a:lnTo>
                    <a:pt x="860018" y="212877"/>
                  </a:lnTo>
                  <a:lnTo>
                    <a:pt x="862787" y="204431"/>
                  </a:lnTo>
                  <a:lnTo>
                    <a:pt x="866495" y="193167"/>
                  </a:lnTo>
                  <a:lnTo>
                    <a:pt x="962774" y="166179"/>
                  </a:lnTo>
                  <a:lnTo>
                    <a:pt x="1000010" y="155752"/>
                  </a:lnTo>
                  <a:lnTo>
                    <a:pt x="1009103" y="166903"/>
                  </a:lnTo>
                  <a:lnTo>
                    <a:pt x="1020648" y="175514"/>
                  </a:lnTo>
                  <a:lnTo>
                    <a:pt x="1034161" y="181051"/>
                  </a:lnTo>
                  <a:lnTo>
                    <a:pt x="1049108" y="183019"/>
                  </a:lnTo>
                  <a:lnTo>
                    <a:pt x="1071613" y="178460"/>
                  </a:lnTo>
                  <a:lnTo>
                    <a:pt x="1090015" y="166039"/>
                  </a:lnTo>
                  <a:lnTo>
                    <a:pt x="1096962" y="155752"/>
                  </a:lnTo>
                  <a:lnTo>
                    <a:pt x="1097368" y="155155"/>
                  </a:lnTo>
                  <a:lnTo>
                    <a:pt x="1102436" y="147650"/>
                  </a:lnTo>
                  <a:lnTo>
                    <a:pt x="1103109" y="144272"/>
                  </a:lnTo>
                  <a:lnTo>
                    <a:pt x="1103210" y="143814"/>
                  </a:lnTo>
                  <a:lnTo>
                    <a:pt x="1106982" y="125133"/>
                  </a:lnTo>
                  <a:close/>
                </a:path>
                <a:path w="11871325" h="981710">
                  <a:moveTo>
                    <a:pt x="1138326" y="966304"/>
                  </a:moveTo>
                  <a:lnTo>
                    <a:pt x="1136802" y="958773"/>
                  </a:lnTo>
                  <a:lnTo>
                    <a:pt x="1132649" y="952614"/>
                  </a:lnTo>
                  <a:lnTo>
                    <a:pt x="1126490" y="948461"/>
                  </a:lnTo>
                  <a:lnTo>
                    <a:pt x="1118946" y="946937"/>
                  </a:lnTo>
                  <a:lnTo>
                    <a:pt x="19418" y="946937"/>
                  </a:lnTo>
                  <a:lnTo>
                    <a:pt x="11874" y="948461"/>
                  </a:lnTo>
                  <a:lnTo>
                    <a:pt x="5715" y="952614"/>
                  </a:lnTo>
                  <a:lnTo>
                    <a:pt x="1562" y="958773"/>
                  </a:lnTo>
                  <a:lnTo>
                    <a:pt x="0" y="966304"/>
                  </a:lnTo>
                  <a:lnTo>
                    <a:pt x="1562" y="973848"/>
                  </a:lnTo>
                  <a:lnTo>
                    <a:pt x="5715" y="980008"/>
                  </a:lnTo>
                  <a:lnTo>
                    <a:pt x="8153" y="981659"/>
                  </a:lnTo>
                  <a:lnTo>
                    <a:pt x="1130211" y="981659"/>
                  </a:lnTo>
                  <a:lnTo>
                    <a:pt x="1132649" y="980008"/>
                  </a:lnTo>
                  <a:lnTo>
                    <a:pt x="1136802" y="973848"/>
                  </a:lnTo>
                  <a:lnTo>
                    <a:pt x="1138326" y="966304"/>
                  </a:lnTo>
                  <a:close/>
                </a:path>
                <a:path w="11871325" h="981710">
                  <a:moveTo>
                    <a:pt x="1138326" y="255358"/>
                  </a:moveTo>
                  <a:lnTo>
                    <a:pt x="1136802" y="247827"/>
                  </a:lnTo>
                  <a:lnTo>
                    <a:pt x="1132649" y="241668"/>
                  </a:lnTo>
                  <a:lnTo>
                    <a:pt x="1126490" y="237515"/>
                  </a:lnTo>
                  <a:lnTo>
                    <a:pt x="1118946" y="235991"/>
                  </a:lnTo>
                  <a:lnTo>
                    <a:pt x="1099566" y="235991"/>
                  </a:lnTo>
                  <a:lnTo>
                    <a:pt x="1099566" y="274739"/>
                  </a:lnTo>
                  <a:lnTo>
                    <a:pt x="1099566" y="868324"/>
                  </a:lnTo>
                  <a:lnTo>
                    <a:pt x="998639" y="868324"/>
                  </a:lnTo>
                  <a:lnTo>
                    <a:pt x="998639" y="274739"/>
                  </a:lnTo>
                  <a:lnTo>
                    <a:pt x="1099566" y="274739"/>
                  </a:lnTo>
                  <a:lnTo>
                    <a:pt x="1099566" y="235991"/>
                  </a:lnTo>
                  <a:lnTo>
                    <a:pt x="979271" y="235991"/>
                  </a:lnTo>
                  <a:lnTo>
                    <a:pt x="971727" y="237515"/>
                  </a:lnTo>
                  <a:lnTo>
                    <a:pt x="965568" y="241668"/>
                  </a:lnTo>
                  <a:lnTo>
                    <a:pt x="961415" y="247827"/>
                  </a:lnTo>
                  <a:lnTo>
                    <a:pt x="959891" y="255358"/>
                  </a:lnTo>
                  <a:lnTo>
                    <a:pt x="959891" y="887691"/>
                  </a:lnTo>
                  <a:lnTo>
                    <a:pt x="961415" y="895235"/>
                  </a:lnTo>
                  <a:lnTo>
                    <a:pt x="965568" y="901395"/>
                  </a:lnTo>
                  <a:lnTo>
                    <a:pt x="971727" y="905548"/>
                  </a:lnTo>
                  <a:lnTo>
                    <a:pt x="979271" y="907072"/>
                  </a:lnTo>
                  <a:lnTo>
                    <a:pt x="1118946" y="907072"/>
                  </a:lnTo>
                  <a:lnTo>
                    <a:pt x="1126490" y="905548"/>
                  </a:lnTo>
                  <a:lnTo>
                    <a:pt x="1132649" y="901395"/>
                  </a:lnTo>
                  <a:lnTo>
                    <a:pt x="1136802" y="895235"/>
                  </a:lnTo>
                  <a:lnTo>
                    <a:pt x="1138326" y="887691"/>
                  </a:lnTo>
                  <a:lnTo>
                    <a:pt x="1138326" y="868324"/>
                  </a:lnTo>
                  <a:lnTo>
                    <a:pt x="1138326" y="274739"/>
                  </a:lnTo>
                  <a:lnTo>
                    <a:pt x="1138326" y="255358"/>
                  </a:lnTo>
                  <a:close/>
                </a:path>
                <a:path w="11871325" h="981710">
                  <a:moveTo>
                    <a:pt x="5501233" y="810793"/>
                  </a:moveTo>
                  <a:lnTo>
                    <a:pt x="5453113" y="771194"/>
                  </a:lnTo>
                  <a:lnTo>
                    <a:pt x="5446242" y="768997"/>
                  </a:lnTo>
                  <a:lnTo>
                    <a:pt x="5439283" y="769632"/>
                  </a:lnTo>
                  <a:lnTo>
                    <a:pt x="5433047" y="772807"/>
                  </a:lnTo>
                  <a:lnTo>
                    <a:pt x="5428335" y="778306"/>
                  </a:lnTo>
                  <a:lnTo>
                    <a:pt x="5426138" y="785177"/>
                  </a:lnTo>
                  <a:lnTo>
                    <a:pt x="5426761" y="792137"/>
                  </a:lnTo>
                  <a:lnTo>
                    <a:pt x="5429948" y="798372"/>
                  </a:lnTo>
                  <a:lnTo>
                    <a:pt x="5435435" y="803084"/>
                  </a:lnTo>
                  <a:lnTo>
                    <a:pt x="5477167" y="826414"/>
                  </a:lnTo>
                  <a:lnTo>
                    <a:pt x="5480088" y="827138"/>
                  </a:lnTo>
                  <a:lnTo>
                    <a:pt x="5483187" y="827138"/>
                  </a:lnTo>
                  <a:lnTo>
                    <a:pt x="5483187" y="826960"/>
                  </a:lnTo>
                  <a:lnTo>
                    <a:pt x="5489562" y="826960"/>
                  </a:lnTo>
                  <a:lnTo>
                    <a:pt x="5495760" y="823683"/>
                  </a:lnTo>
                  <a:lnTo>
                    <a:pt x="5499036" y="817664"/>
                  </a:lnTo>
                  <a:lnTo>
                    <a:pt x="5501233" y="810793"/>
                  </a:lnTo>
                  <a:close/>
                </a:path>
                <a:path w="11871325" h="981710">
                  <a:moveTo>
                    <a:pt x="6408953" y="326796"/>
                  </a:moveTo>
                  <a:lnTo>
                    <a:pt x="6388824" y="285127"/>
                  </a:lnTo>
                  <a:lnTo>
                    <a:pt x="6200241" y="249123"/>
                  </a:lnTo>
                  <a:lnTo>
                    <a:pt x="6194590" y="244932"/>
                  </a:lnTo>
                  <a:lnTo>
                    <a:pt x="6123165" y="99517"/>
                  </a:lnTo>
                  <a:lnTo>
                    <a:pt x="6088050" y="70015"/>
                  </a:lnTo>
                  <a:lnTo>
                    <a:pt x="6072314" y="67805"/>
                  </a:lnTo>
                  <a:lnTo>
                    <a:pt x="6056579" y="70015"/>
                  </a:lnTo>
                  <a:lnTo>
                    <a:pt x="6042393" y="76352"/>
                  </a:lnTo>
                  <a:lnTo>
                    <a:pt x="6030442" y="86334"/>
                  </a:lnTo>
                  <a:lnTo>
                    <a:pt x="6021476" y="99517"/>
                  </a:lnTo>
                  <a:lnTo>
                    <a:pt x="5949861" y="244932"/>
                  </a:lnTo>
                  <a:lnTo>
                    <a:pt x="5944209" y="249123"/>
                  </a:lnTo>
                  <a:lnTo>
                    <a:pt x="5784405" y="272440"/>
                  </a:lnTo>
                  <a:lnTo>
                    <a:pt x="5745632" y="296710"/>
                  </a:lnTo>
                  <a:lnTo>
                    <a:pt x="5735891" y="326796"/>
                  </a:lnTo>
                  <a:lnTo>
                    <a:pt x="5737530" y="342277"/>
                  </a:lnTo>
                  <a:lnTo>
                    <a:pt x="5743321" y="356743"/>
                  </a:lnTo>
                  <a:lnTo>
                    <a:pt x="5753062" y="369392"/>
                  </a:lnTo>
                  <a:lnTo>
                    <a:pt x="5754484" y="370789"/>
                  </a:lnTo>
                  <a:lnTo>
                    <a:pt x="5626773" y="411670"/>
                  </a:lnTo>
                  <a:lnTo>
                    <a:pt x="5622950" y="414769"/>
                  </a:lnTo>
                  <a:lnTo>
                    <a:pt x="5462359" y="702284"/>
                  </a:lnTo>
                  <a:lnTo>
                    <a:pt x="5430151" y="684276"/>
                  </a:lnTo>
                  <a:lnTo>
                    <a:pt x="5423281" y="682078"/>
                  </a:lnTo>
                  <a:lnTo>
                    <a:pt x="5416321" y="682701"/>
                  </a:lnTo>
                  <a:lnTo>
                    <a:pt x="5410085" y="685888"/>
                  </a:lnTo>
                  <a:lnTo>
                    <a:pt x="5405374" y="691388"/>
                  </a:lnTo>
                  <a:lnTo>
                    <a:pt x="5348884" y="792518"/>
                  </a:lnTo>
                  <a:lnTo>
                    <a:pt x="5380774" y="810374"/>
                  </a:lnTo>
                  <a:lnTo>
                    <a:pt x="5428513" y="725093"/>
                  </a:lnTo>
                  <a:lnTo>
                    <a:pt x="5548477" y="792111"/>
                  </a:lnTo>
                  <a:lnTo>
                    <a:pt x="5682170" y="866863"/>
                  </a:lnTo>
                  <a:lnTo>
                    <a:pt x="5682424" y="866927"/>
                  </a:lnTo>
                  <a:lnTo>
                    <a:pt x="5711698" y="883272"/>
                  </a:lnTo>
                  <a:lnTo>
                    <a:pt x="5663946" y="968552"/>
                  </a:lnTo>
                  <a:lnTo>
                    <a:pt x="5687365" y="981659"/>
                  </a:lnTo>
                  <a:lnTo>
                    <a:pt x="5698210" y="981659"/>
                  </a:lnTo>
                  <a:lnTo>
                    <a:pt x="5754509" y="880897"/>
                  </a:lnTo>
                  <a:lnTo>
                    <a:pt x="5755068" y="875792"/>
                  </a:lnTo>
                  <a:lnTo>
                    <a:pt x="5752516" y="866686"/>
                  </a:lnTo>
                  <a:lnTo>
                    <a:pt x="5749417" y="862672"/>
                  </a:lnTo>
                  <a:lnTo>
                    <a:pt x="5713044" y="842352"/>
                  </a:lnTo>
                  <a:lnTo>
                    <a:pt x="5719534" y="830783"/>
                  </a:lnTo>
                  <a:lnTo>
                    <a:pt x="5762714" y="812431"/>
                  </a:lnTo>
                  <a:lnTo>
                    <a:pt x="5810821" y="762635"/>
                  </a:lnTo>
                  <a:lnTo>
                    <a:pt x="5832056" y="704202"/>
                  </a:lnTo>
                  <a:lnTo>
                    <a:pt x="5835243" y="662597"/>
                  </a:lnTo>
                  <a:lnTo>
                    <a:pt x="5991771" y="555625"/>
                  </a:lnTo>
                  <a:lnTo>
                    <a:pt x="6008535" y="539115"/>
                  </a:lnTo>
                  <a:lnTo>
                    <a:pt x="6018263" y="518541"/>
                  </a:lnTo>
                  <a:lnTo>
                    <a:pt x="6020447" y="495922"/>
                  </a:lnTo>
                  <a:lnTo>
                    <a:pt x="6014555" y="473252"/>
                  </a:lnTo>
                  <a:lnTo>
                    <a:pt x="5999531" y="452437"/>
                  </a:lnTo>
                  <a:lnTo>
                    <a:pt x="5978614" y="439267"/>
                  </a:lnTo>
                  <a:lnTo>
                    <a:pt x="5954331" y="434721"/>
                  </a:lnTo>
                  <a:lnTo>
                    <a:pt x="5929274" y="439724"/>
                  </a:lnTo>
                  <a:lnTo>
                    <a:pt x="5694934" y="536308"/>
                  </a:lnTo>
                  <a:lnTo>
                    <a:pt x="5688927" y="540346"/>
                  </a:lnTo>
                  <a:lnTo>
                    <a:pt x="5685091" y="546188"/>
                  </a:lnTo>
                  <a:lnTo>
                    <a:pt x="5683707" y="553072"/>
                  </a:lnTo>
                  <a:lnTo>
                    <a:pt x="5685091" y="560184"/>
                  </a:lnTo>
                  <a:lnTo>
                    <a:pt x="5689206" y="566178"/>
                  </a:lnTo>
                  <a:lnTo>
                    <a:pt x="5695048" y="570026"/>
                  </a:lnTo>
                  <a:lnTo>
                    <a:pt x="5701868" y="571398"/>
                  </a:lnTo>
                  <a:lnTo>
                    <a:pt x="5708955" y="570026"/>
                  </a:lnTo>
                  <a:lnTo>
                    <a:pt x="5943308" y="473443"/>
                  </a:lnTo>
                  <a:lnTo>
                    <a:pt x="5954560" y="471106"/>
                  </a:lnTo>
                  <a:lnTo>
                    <a:pt x="5965444" y="473125"/>
                  </a:lnTo>
                  <a:lnTo>
                    <a:pt x="5974816" y="479031"/>
                  </a:lnTo>
                  <a:lnTo>
                    <a:pt x="5981573" y="488378"/>
                  </a:lnTo>
                  <a:lnTo>
                    <a:pt x="5984202" y="498627"/>
                  </a:lnTo>
                  <a:lnTo>
                    <a:pt x="5983236" y="508787"/>
                  </a:lnTo>
                  <a:lnTo>
                    <a:pt x="5978880" y="518007"/>
                  </a:lnTo>
                  <a:lnTo>
                    <a:pt x="5971362" y="525373"/>
                  </a:lnTo>
                  <a:lnTo>
                    <a:pt x="5800077" y="642366"/>
                  </a:lnTo>
                  <a:lnTo>
                    <a:pt x="5797156" y="649465"/>
                  </a:lnTo>
                  <a:lnTo>
                    <a:pt x="5798248" y="656399"/>
                  </a:lnTo>
                  <a:lnTo>
                    <a:pt x="5798871" y="663879"/>
                  </a:lnTo>
                  <a:lnTo>
                    <a:pt x="5798324" y="683437"/>
                  </a:lnTo>
                  <a:lnTo>
                    <a:pt x="5779122" y="744778"/>
                  </a:lnTo>
                  <a:lnTo>
                    <a:pt x="5733085" y="787069"/>
                  </a:lnTo>
                  <a:lnTo>
                    <a:pt x="5699480" y="797623"/>
                  </a:lnTo>
                  <a:lnTo>
                    <a:pt x="5694565" y="800900"/>
                  </a:lnTo>
                  <a:lnTo>
                    <a:pt x="5681332" y="824636"/>
                  </a:lnTo>
                  <a:lnTo>
                    <a:pt x="5494261" y="720102"/>
                  </a:lnTo>
                  <a:lnTo>
                    <a:pt x="5649011" y="443014"/>
                  </a:lnTo>
                  <a:lnTo>
                    <a:pt x="5784050" y="399707"/>
                  </a:lnTo>
                  <a:lnTo>
                    <a:pt x="5834697" y="449199"/>
                  </a:lnTo>
                  <a:lnTo>
                    <a:pt x="5840730" y="453097"/>
                  </a:lnTo>
                  <a:lnTo>
                    <a:pt x="5865469" y="435991"/>
                  </a:lnTo>
                  <a:lnTo>
                    <a:pt x="5864060" y="429158"/>
                  </a:lnTo>
                  <a:lnTo>
                    <a:pt x="5860021" y="423151"/>
                  </a:lnTo>
                  <a:lnTo>
                    <a:pt x="5772734" y="337680"/>
                  </a:lnTo>
                  <a:lnTo>
                    <a:pt x="5770918" y="330034"/>
                  </a:lnTo>
                  <a:lnTo>
                    <a:pt x="5775833" y="314909"/>
                  </a:lnTo>
                  <a:lnTo>
                    <a:pt x="5781853" y="309626"/>
                  </a:lnTo>
                  <a:lnTo>
                    <a:pt x="5943117" y="286118"/>
                  </a:lnTo>
                  <a:lnTo>
                    <a:pt x="5956389" y="282448"/>
                  </a:lnTo>
                  <a:lnTo>
                    <a:pt x="5968263" y="275793"/>
                  </a:lnTo>
                  <a:lnTo>
                    <a:pt x="5978233" y="266509"/>
                  </a:lnTo>
                  <a:lnTo>
                    <a:pt x="5985764" y="254952"/>
                  </a:lnTo>
                  <a:lnTo>
                    <a:pt x="6054280" y="115544"/>
                  </a:lnTo>
                  <a:lnTo>
                    <a:pt x="6061888" y="107556"/>
                  </a:lnTo>
                  <a:lnTo>
                    <a:pt x="6072403" y="104889"/>
                  </a:lnTo>
                  <a:lnTo>
                    <a:pt x="6082931" y="107556"/>
                  </a:lnTo>
                  <a:lnTo>
                    <a:pt x="6090539" y="115544"/>
                  </a:lnTo>
                  <a:lnTo>
                    <a:pt x="6159055" y="254952"/>
                  </a:lnTo>
                  <a:lnTo>
                    <a:pt x="6166586" y="266509"/>
                  </a:lnTo>
                  <a:lnTo>
                    <a:pt x="6176556" y="275793"/>
                  </a:lnTo>
                  <a:lnTo>
                    <a:pt x="6188430" y="282448"/>
                  </a:lnTo>
                  <a:lnTo>
                    <a:pt x="6201702" y="286118"/>
                  </a:lnTo>
                  <a:lnTo>
                    <a:pt x="6362967" y="309626"/>
                  </a:lnTo>
                  <a:lnTo>
                    <a:pt x="6369164" y="314909"/>
                  </a:lnTo>
                  <a:lnTo>
                    <a:pt x="6374079" y="330034"/>
                  </a:lnTo>
                  <a:lnTo>
                    <a:pt x="6372085" y="337870"/>
                  </a:lnTo>
                  <a:lnTo>
                    <a:pt x="6255461" y="451751"/>
                  </a:lnTo>
                  <a:lnTo>
                    <a:pt x="6246876" y="462559"/>
                  </a:lnTo>
                  <a:lnTo>
                    <a:pt x="6241199" y="474916"/>
                  </a:lnTo>
                  <a:lnTo>
                    <a:pt x="6238595" y="488276"/>
                  </a:lnTo>
                  <a:lnTo>
                    <a:pt x="6239243" y="502056"/>
                  </a:lnTo>
                  <a:lnTo>
                    <a:pt x="6266751" y="662952"/>
                  </a:lnTo>
                  <a:lnTo>
                    <a:pt x="6263652" y="670433"/>
                  </a:lnTo>
                  <a:lnTo>
                    <a:pt x="6250902" y="679716"/>
                  </a:lnTo>
                  <a:lnTo>
                    <a:pt x="6242875" y="680262"/>
                  </a:lnTo>
                  <a:lnTo>
                    <a:pt x="6098743" y="604278"/>
                  </a:lnTo>
                  <a:lnTo>
                    <a:pt x="6085814" y="599363"/>
                  </a:lnTo>
                  <a:lnTo>
                    <a:pt x="6072314" y="597712"/>
                  </a:lnTo>
                  <a:lnTo>
                    <a:pt x="6058814" y="599363"/>
                  </a:lnTo>
                  <a:lnTo>
                    <a:pt x="6045898" y="604278"/>
                  </a:lnTo>
                  <a:lnTo>
                    <a:pt x="5901207" y="680631"/>
                  </a:lnTo>
                  <a:lnTo>
                    <a:pt x="5894641" y="678815"/>
                  </a:lnTo>
                  <a:lnTo>
                    <a:pt x="5865800" y="693940"/>
                  </a:lnTo>
                  <a:lnTo>
                    <a:pt x="5867057" y="700836"/>
                  </a:lnTo>
                  <a:lnTo>
                    <a:pt x="5870829" y="706742"/>
                  </a:lnTo>
                  <a:lnTo>
                    <a:pt x="5876785" y="710882"/>
                  </a:lnTo>
                  <a:lnTo>
                    <a:pt x="5883897" y="713981"/>
                  </a:lnTo>
                  <a:lnTo>
                    <a:pt x="5891555" y="715619"/>
                  </a:lnTo>
                  <a:lnTo>
                    <a:pt x="5899201" y="715619"/>
                  </a:lnTo>
                  <a:lnTo>
                    <a:pt x="6068860" y="633437"/>
                  </a:lnTo>
                  <a:lnTo>
                    <a:pt x="6075959" y="633437"/>
                  </a:lnTo>
                  <a:lnTo>
                    <a:pt x="6219012" y="708875"/>
                  </a:lnTo>
                  <a:lnTo>
                    <a:pt x="6233934" y="714324"/>
                  </a:lnTo>
                  <a:lnTo>
                    <a:pt x="6249416" y="715391"/>
                  </a:lnTo>
                  <a:lnTo>
                    <a:pt x="6264592" y="712152"/>
                  </a:lnTo>
                  <a:lnTo>
                    <a:pt x="6278600" y="704684"/>
                  </a:lnTo>
                  <a:lnTo>
                    <a:pt x="6290094" y="693648"/>
                  </a:lnTo>
                  <a:lnTo>
                    <a:pt x="6297892" y="680173"/>
                  </a:lnTo>
                  <a:lnTo>
                    <a:pt x="6301689" y="665073"/>
                  </a:lnTo>
                  <a:lnTo>
                    <a:pt x="6301194" y="649109"/>
                  </a:lnTo>
                  <a:lnTo>
                    <a:pt x="6273863" y="489292"/>
                  </a:lnTo>
                  <a:lnTo>
                    <a:pt x="6276048" y="482549"/>
                  </a:lnTo>
                  <a:lnTo>
                    <a:pt x="6391757" y="369392"/>
                  </a:lnTo>
                  <a:lnTo>
                    <a:pt x="6401575" y="356743"/>
                  </a:lnTo>
                  <a:lnTo>
                    <a:pt x="6407366" y="342277"/>
                  </a:lnTo>
                  <a:lnTo>
                    <a:pt x="6408953" y="326796"/>
                  </a:lnTo>
                  <a:close/>
                </a:path>
                <a:path w="11871325" h="981710">
                  <a:moveTo>
                    <a:pt x="11520386" y="577710"/>
                  </a:moveTo>
                  <a:lnTo>
                    <a:pt x="11514976" y="528104"/>
                  </a:lnTo>
                  <a:lnTo>
                    <a:pt x="11498859" y="481063"/>
                  </a:lnTo>
                  <a:lnTo>
                    <a:pt x="11477269" y="467956"/>
                  </a:lnTo>
                  <a:lnTo>
                    <a:pt x="11468456" y="470115"/>
                  </a:lnTo>
                  <a:lnTo>
                    <a:pt x="11461179" y="475526"/>
                  </a:lnTo>
                  <a:lnTo>
                    <a:pt x="11456695" y="483057"/>
                  </a:lnTo>
                  <a:lnTo>
                    <a:pt x="11455362" y="491705"/>
                  </a:lnTo>
                  <a:lnTo>
                    <a:pt x="11457521" y="500519"/>
                  </a:lnTo>
                  <a:lnTo>
                    <a:pt x="11465014" y="518998"/>
                  </a:lnTo>
                  <a:lnTo>
                    <a:pt x="11470386" y="538073"/>
                  </a:lnTo>
                  <a:lnTo>
                    <a:pt x="11473612" y="557657"/>
                  </a:lnTo>
                  <a:lnTo>
                    <a:pt x="11474691" y="577710"/>
                  </a:lnTo>
                  <a:lnTo>
                    <a:pt x="11471212" y="613397"/>
                  </a:lnTo>
                  <a:lnTo>
                    <a:pt x="11444300" y="678345"/>
                  </a:lnTo>
                  <a:lnTo>
                    <a:pt x="11393830" y="728814"/>
                  </a:lnTo>
                  <a:lnTo>
                    <a:pt x="11328883" y="755726"/>
                  </a:lnTo>
                  <a:lnTo>
                    <a:pt x="11293196" y="759206"/>
                  </a:lnTo>
                  <a:lnTo>
                    <a:pt x="11257509" y="755726"/>
                  </a:lnTo>
                  <a:lnTo>
                    <a:pt x="11192548" y="728814"/>
                  </a:lnTo>
                  <a:lnTo>
                    <a:pt x="11142078" y="678345"/>
                  </a:lnTo>
                  <a:lnTo>
                    <a:pt x="11115180" y="613384"/>
                  </a:lnTo>
                  <a:lnTo>
                    <a:pt x="11111687" y="577710"/>
                  </a:lnTo>
                  <a:lnTo>
                    <a:pt x="11115180" y="542023"/>
                  </a:lnTo>
                  <a:lnTo>
                    <a:pt x="11142078" y="477062"/>
                  </a:lnTo>
                  <a:lnTo>
                    <a:pt x="11192548" y="426593"/>
                  </a:lnTo>
                  <a:lnTo>
                    <a:pt x="11257509" y="399681"/>
                  </a:lnTo>
                  <a:lnTo>
                    <a:pt x="11293196" y="396201"/>
                  </a:lnTo>
                  <a:lnTo>
                    <a:pt x="11313541" y="397319"/>
                  </a:lnTo>
                  <a:lnTo>
                    <a:pt x="11333417" y="400646"/>
                  </a:lnTo>
                  <a:lnTo>
                    <a:pt x="11352746" y="406171"/>
                  </a:lnTo>
                  <a:lnTo>
                    <a:pt x="11371466" y="413893"/>
                  </a:lnTo>
                  <a:lnTo>
                    <a:pt x="11380254" y="416115"/>
                  </a:lnTo>
                  <a:lnTo>
                    <a:pt x="11398441" y="378142"/>
                  </a:lnTo>
                  <a:lnTo>
                    <a:pt x="11343526" y="356082"/>
                  </a:lnTo>
                  <a:lnTo>
                    <a:pt x="11293196" y="350520"/>
                  </a:lnTo>
                  <a:lnTo>
                    <a:pt x="11270374" y="351637"/>
                  </a:lnTo>
                  <a:lnTo>
                    <a:pt x="11226076" y="360591"/>
                  </a:lnTo>
                  <a:lnTo>
                    <a:pt x="11184992" y="377875"/>
                  </a:lnTo>
                  <a:lnTo>
                    <a:pt x="11148822" y="402259"/>
                  </a:lnTo>
                  <a:lnTo>
                    <a:pt x="11117745" y="433336"/>
                  </a:lnTo>
                  <a:lnTo>
                    <a:pt x="11093361" y="469506"/>
                  </a:lnTo>
                  <a:lnTo>
                    <a:pt x="11076076" y="510603"/>
                  </a:lnTo>
                  <a:lnTo>
                    <a:pt x="11067123" y="554901"/>
                  </a:lnTo>
                  <a:lnTo>
                    <a:pt x="11065993" y="577710"/>
                  </a:lnTo>
                  <a:lnTo>
                    <a:pt x="11067123" y="600519"/>
                  </a:lnTo>
                  <a:lnTo>
                    <a:pt x="11076076" y="644817"/>
                  </a:lnTo>
                  <a:lnTo>
                    <a:pt x="11093361" y="685914"/>
                  </a:lnTo>
                  <a:lnTo>
                    <a:pt x="11117745" y="722083"/>
                  </a:lnTo>
                  <a:lnTo>
                    <a:pt x="11148822" y="753160"/>
                  </a:lnTo>
                  <a:lnTo>
                    <a:pt x="11184992" y="777544"/>
                  </a:lnTo>
                  <a:lnTo>
                    <a:pt x="11226076" y="794829"/>
                  </a:lnTo>
                  <a:lnTo>
                    <a:pt x="11270374" y="803783"/>
                  </a:lnTo>
                  <a:lnTo>
                    <a:pt x="11293196" y="804900"/>
                  </a:lnTo>
                  <a:lnTo>
                    <a:pt x="11316005" y="803783"/>
                  </a:lnTo>
                  <a:lnTo>
                    <a:pt x="11360302" y="794829"/>
                  </a:lnTo>
                  <a:lnTo>
                    <a:pt x="11401400" y="777544"/>
                  </a:lnTo>
                  <a:lnTo>
                    <a:pt x="11437569" y="753160"/>
                  </a:lnTo>
                  <a:lnTo>
                    <a:pt x="11468633" y="722083"/>
                  </a:lnTo>
                  <a:lnTo>
                    <a:pt x="11493017" y="685914"/>
                  </a:lnTo>
                  <a:lnTo>
                    <a:pt x="11510315" y="644817"/>
                  </a:lnTo>
                  <a:lnTo>
                    <a:pt x="11519256" y="600519"/>
                  </a:lnTo>
                  <a:lnTo>
                    <a:pt x="11520386" y="577710"/>
                  </a:lnTo>
                  <a:close/>
                </a:path>
                <a:path w="11871325" h="981710">
                  <a:moveTo>
                    <a:pt x="11627866" y="577291"/>
                  </a:moveTo>
                  <a:lnTo>
                    <a:pt x="11624589" y="530301"/>
                  </a:lnTo>
                  <a:lnTo>
                    <a:pt x="11614849" y="484581"/>
                  </a:lnTo>
                  <a:lnTo>
                    <a:pt x="11598847" y="440131"/>
                  </a:lnTo>
                  <a:lnTo>
                    <a:pt x="11576749" y="399491"/>
                  </a:lnTo>
                  <a:lnTo>
                    <a:pt x="11562499" y="389331"/>
                  </a:lnTo>
                  <a:lnTo>
                    <a:pt x="11553749" y="389331"/>
                  </a:lnTo>
                  <a:lnTo>
                    <a:pt x="11545265" y="391871"/>
                  </a:lnTo>
                  <a:lnTo>
                    <a:pt x="11538687" y="398221"/>
                  </a:lnTo>
                  <a:lnTo>
                    <a:pt x="11535143" y="405841"/>
                  </a:lnTo>
                  <a:lnTo>
                    <a:pt x="11535105" y="407111"/>
                  </a:lnTo>
                  <a:lnTo>
                    <a:pt x="11534864" y="414731"/>
                  </a:lnTo>
                  <a:lnTo>
                    <a:pt x="11538077" y="423621"/>
                  </a:lnTo>
                  <a:lnTo>
                    <a:pt x="11557140" y="459181"/>
                  </a:lnTo>
                  <a:lnTo>
                    <a:pt x="11570957" y="497281"/>
                  </a:lnTo>
                  <a:lnTo>
                    <a:pt x="11579352" y="536651"/>
                  </a:lnTo>
                  <a:lnTo>
                    <a:pt x="11582197" y="577291"/>
                  </a:lnTo>
                  <a:lnTo>
                    <a:pt x="11580762" y="606501"/>
                  </a:lnTo>
                  <a:lnTo>
                    <a:pt x="11569395" y="662381"/>
                  </a:lnTo>
                  <a:lnTo>
                    <a:pt x="11547412" y="714451"/>
                  </a:lnTo>
                  <a:lnTo>
                    <a:pt x="11516385" y="760171"/>
                  </a:lnTo>
                  <a:lnTo>
                    <a:pt x="11476838" y="800811"/>
                  </a:lnTo>
                  <a:lnTo>
                    <a:pt x="11430813" y="831291"/>
                  </a:lnTo>
                  <a:lnTo>
                    <a:pt x="11378565" y="852881"/>
                  </a:lnTo>
                  <a:lnTo>
                    <a:pt x="11322228" y="864311"/>
                  </a:lnTo>
                  <a:lnTo>
                    <a:pt x="11293196" y="865581"/>
                  </a:lnTo>
                  <a:lnTo>
                    <a:pt x="11264163" y="864311"/>
                  </a:lnTo>
                  <a:lnTo>
                    <a:pt x="11207814" y="852881"/>
                  </a:lnTo>
                  <a:lnTo>
                    <a:pt x="11155566" y="831291"/>
                  </a:lnTo>
                  <a:lnTo>
                    <a:pt x="11109554" y="800811"/>
                  </a:lnTo>
                  <a:lnTo>
                    <a:pt x="11070006" y="760171"/>
                  </a:lnTo>
                  <a:lnTo>
                    <a:pt x="11038980" y="714451"/>
                  </a:lnTo>
                  <a:lnTo>
                    <a:pt x="11017936" y="664921"/>
                  </a:lnTo>
                  <a:lnTo>
                    <a:pt x="11005617" y="606501"/>
                  </a:lnTo>
                  <a:lnTo>
                    <a:pt x="11005503" y="603961"/>
                  </a:lnTo>
                  <a:lnTo>
                    <a:pt x="11004753" y="588721"/>
                  </a:lnTo>
                  <a:lnTo>
                    <a:pt x="11004690" y="587451"/>
                  </a:lnTo>
                  <a:lnTo>
                    <a:pt x="11004194" y="577291"/>
                  </a:lnTo>
                  <a:lnTo>
                    <a:pt x="11004233" y="569671"/>
                  </a:lnTo>
                  <a:lnTo>
                    <a:pt x="11011395" y="512521"/>
                  </a:lnTo>
                  <a:lnTo>
                    <a:pt x="11025708" y="468071"/>
                  </a:lnTo>
                  <a:lnTo>
                    <a:pt x="11047019" y="426161"/>
                  </a:lnTo>
                  <a:lnTo>
                    <a:pt x="11074756" y="388061"/>
                  </a:lnTo>
                  <a:lnTo>
                    <a:pt x="11108322" y="355041"/>
                  </a:lnTo>
                  <a:lnTo>
                    <a:pt x="11147158" y="327101"/>
                  </a:lnTo>
                  <a:lnTo>
                    <a:pt x="11166208" y="318211"/>
                  </a:lnTo>
                  <a:lnTo>
                    <a:pt x="11190681" y="306781"/>
                  </a:lnTo>
                  <a:lnTo>
                    <a:pt x="11215535" y="299161"/>
                  </a:lnTo>
                  <a:lnTo>
                    <a:pt x="11240961" y="292811"/>
                  </a:lnTo>
                  <a:lnTo>
                    <a:pt x="11266881" y="289001"/>
                  </a:lnTo>
                  <a:lnTo>
                    <a:pt x="11293196" y="287731"/>
                  </a:lnTo>
                  <a:lnTo>
                    <a:pt x="11333505" y="290271"/>
                  </a:lnTo>
                  <a:lnTo>
                    <a:pt x="11372774" y="299161"/>
                  </a:lnTo>
                  <a:lnTo>
                    <a:pt x="11410442" y="313131"/>
                  </a:lnTo>
                  <a:lnTo>
                    <a:pt x="11445989" y="332181"/>
                  </a:lnTo>
                  <a:lnTo>
                    <a:pt x="11449749" y="333451"/>
                  </a:lnTo>
                  <a:lnTo>
                    <a:pt x="11453940" y="334721"/>
                  </a:lnTo>
                  <a:lnTo>
                    <a:pt x="11465687" y="334721"/>
                  </a:lnTo>
                  <a:lnTo>
                    <a:pt x="11473129" y="330911"/>
                  </a:lnTo>
                  <a:lnTo>
                    <a:pt x="11477460" y="324561"/>
                  </a:lnTo>
                  <a:lnTo>
                    <a:pt x="11480648" y="315671"/>
                  </a:lnTo>
                  <a:lnTo>
                    <a:pt x="11480559" y="313131"/>
                  </a:lnTo>
                  <a:lnTo>
                    <a:pt x="11480343" y="306781"/>
                  </a:lnTo>
                  <a:lnTo>
                    <a:pt x="11428997" y="271221"/>
                  </a:lnTo>
                  <a:lnTo>
                    <a:pt x="11415560" y="266141"/>
                  </a:lnTo>
                  <a:lnTo>
                    <a:pt x="11385347" y="254711"/>
                  </a:lnTo>
                  <a:lnTo>
                    <a:pt x="11339881" y="245821"/>
                  </a:lnTo>
                  <a:lnTo>
                    <a:pt x="11293196" y="242011"/>
                  </a:lnTo>
                  <a:lnTo>
                    <a:pt x="11262728" y="243281"/>
                  </a:lnTo>
                  <a:lnTo>
                    <a:pt x="11232718" y="248361"/>
                  </a:lnTo>
                  <a:lnTo>
                    <a:pt x="11203267" y="254711"/>
                  </a:lnTo>
                  <a:lnTo>
                    <a:pt x="11174476" y="263601"/>
                  </a:lnTo>
                  <a:lnTo>
                    <a:pt x="11172266" y="264871"/>
                  </a:lnTo>
                  <a:lnTo>
                    <a:pt x="11167885" y="266141"/>
                  </a:lnTo>
                  <a:lnTo>
                    <a:pt x="11189868" y="231851"/>
                  </a:lnTo>
                  <a:lnTo>
                    <a:pt x="11188929" y="222961"/>
                  </a:lnTo>
                  <a:lnTo>
                    <a:pt x="11169675" y="203911"/>
                  </a:lnTo>
                  <a:lnTo>
                    <a:pt x="11159401" y="193751"/>
                  </a:lnTo>
                  <a:lnTo>
                    <a:pt x="11151235" y="185674"/>
                  </a:lnTo>
                  <a:lnTo>
                    <a:pt x="11151235" y="231851"/>
                  </a:lnTo>
                  <a:lnTo>
                    <a:pt x="11126064" y="271221"/>
                  </a:lnTo>
                  <a:lnTo>
                    <a:pt x="11125975" y="272491"/>
                  </a:lnTo>
                  <a:lnTo>
                    <a:pt x="11125594" y="277571"/>
                  </a:lnTo>
                  <a:lnTo>
                    <a:pt x="11128934" y="285191"/>
                  </a:lnTo>
                  <a:lnTo>
                    <a:pt x="11116310" y="292811"/>
                  </a:lnTo>
                  <a:lnTo>
                    <a:pt x="11104093" y="300431"/>
                  </a:lnTo>
                  <a:lnTo>
                    <a:pt x="11092269" y="309321"/>
                  </a:lnTo>
                  <a:lnTo>
                    <a:pt x="11080852" y="318211"/>
                  </a:lnTo>
                  <a:lnTo>
                    <a:pt x="11074629" y="308051"/>
                  </a:lnTo>
                  <a:lnTo>
                    <a:pt x="11067390" y="299161"/>
                  </a:lnTo>
                  <a:lnTo>
                    <a:pt x="11061560" y="292811"/>
                  </a:lnTo>
                  <a:lnTo>
                    <a:pt x="11059224" y="290271"/>
                  </a:lnTo>
                  <a:lnTo>
                    <a:pt x="11055756" y="287350"/>
                  </a:lnTo>
                  <a:lnTo>
                    <a:pt x="11055756" y="341071"/>
                  </a:lnTo>
                  <a:lnTo>
                    <a:pt x="11033277" y="366471"/>
                  </a:lnTo>
                  <a:lnTo>
                    <a:pt x="11013427" y="393141"/>
                  </a:lnTo>
                  <a:lnTo>
                    <a:pt x="10996384" y="422351"/>
                  </a:lnTo>
                  <a:lnTo>
                    <a:pt x="10982287" y="452831"/>
                  </a:lnTo>
                  <a:lnTo>
                    <a:pt x="10981855" y="452831"/>
                  </a:lnTo>
                  <a:lnTo>
                    <a:pt x="10950600" y="446481"/>
                  </a:lnTo>
                  <a:lnTo>
                    <a:pt x="10925061" y="429971"/>
                  </a:lnTo>
                  <a:lnTo>
                    <a:pt x="10907827" y="404571"/>
                  </a:lnTo>
                  <a:lnTo>
                    <a:pt x="10901502" y="372821"/>
                  </a:lnTo>
                  <a:lnTo>
                    <a:pt x="10907827" y="341071"/>
                  </a:lnTo>
                  <a:lnTo>
                    <a:pt x="10925061" y="315671"/>
                  </a:lnTo>
                  <a:lnTo>
                    <a:pt x="10950600" y="299161"/>
                  </a:lnTo>
                  <a:lnTo>
                    <a:pt x="10981855" y="292811"/>
                  </a:lnTo>
                  <a:lnTo>
                    <a:pt x="10994949" y="292811"/>
                  </a:lnTo>
                  <a:lnTo>
                    <a:pt x="11030445" y="309321"/>
                  </a:lnTo>
                  <a:lnTo>
                    <a:pt x="11055756" y="341071"/>
                  </a:lnTo>
                  <a:lnTo>
                    <a:pt x="11055756" y="287350"/>
                  </a:lnTo>
                  <a:lnTo>
                    <a:pt x="11017949" y="266141"/>
                  </a:lnTo>
                  <a:lnTo>
                    <a:pt x="10981842" y="259791"/>
                  </a:lnTo>
                  <a:lnTo>
                    <a:pt x="10937913" y="268681"/>
                  </a:lnTo>
                  <a:lnTo>
                    <a:pt x="10901998" y="292811"/>
                  </a:lnTo>
                  <a:lnTo>
                    <a:pt x="10877753" y="328371"/>
                  </a:lnTo>
                  <a:lnTo>
                    <a:pt x="10868863" y="372821"/>
                  </a:lnTo>
                  <a:lnTo>
                    <a:pt x="10876801" y="414731"/>
                  </a:lnTo>
                  <a:lnTo>
                    <a:pt x="10898569" y="449021"/>
                  </a:lnTo>
                  <a:lnTo>
                    <a:pt x="10931093" y="473151"/>
                  </a:lnTo>
                  <a:lnTo>
                    <a:pt x="10971314" y="484581"/>
                  </a:lnTo>
                  <a:lnTo>
                    <a:pt x="10966780" y="502361"/>
                  </a:lnTo>
                  <a:lnTo>
                    <a:pt x="10959046" y="558241"/>
                  </a:lnTo>
                  <a:lnTo>
                    <a:pt x="10958601" y="569671"/>
                  </a:lnTo>
                  <a:lnTo>
                    <a:pt x="10955706" y="565861"/>
                  </a:lnTo>
                  <a:lnTo>
                    <a:pt x="10951274" y="545541"/>
                  </a:lnTo>
                  <a:lnTo>
                    <a:pt x="10947667" y="541731"/>
                  </a:lnTo>
                  <a:lnTo>
                    <a:pt x="10921911" y="531050"/>
                  </a:lnTo>
                  <a:lnTo>
                    <a:pt x="10921911" y="626821"/>
                  </a:lnTo>
                  <a:lnTo>
                    <a:pt x="10921175" y="644601"/>
                  </a:lnTo>
                  <a:lnTo>
                    <a:pt x="10913516" y="661111"/>
                  </a:lnTo>
                  <a:lnTo>
                    <a:pt x="10900651" y="672541"/>
                  </a:lnTo>
                  <a:lnTo>
                    <a:pt x="10884332" y="678891"/>
                  </a:lnTo>
                  <a:lnTo>
                    <a:pt x="10866336" y="677621"/>
                  </a:lnTo>
                  <a:lnTo>
                    <a:pt x="10850016" y="670001"/>
                  </a:lnTo>
                  <a:lnTo>
                    <a:pt x="10838320" y="657301"/>
                  </a:lnTo>
                  <a:lnTo>
                    <a:pt x="10832287" y="640791"/>
                  </a:lnTo>
                  <a:lnTo>
                    <a:pt x="10832402" y="638251"/>
                  </a:lnTo>
                  <a:lnTo>
                    <a:pt x="10833024" y="623011"/>
                  </a:lnTo>
                  <a:lnTo>
                    <a:pt x="10840669" y="606501"/>
                  </a:lnTo>
                  <a:lnTo>
                    <a:pt x="10853547" y="595071"/>
                  </a:lnTo>
                  <a:lnTo>
                    <a:pt x="10869867" y="588721"/>
                  </a:lnTo>
                  <a:lnTo>
                    <a:pt x="10887862" y="589991"/>
                  </a:lnTo>
                  <a:lnTo>
                    <a:pt x="10904182" y="597611"/>
                  </a:lnTo>
                  <a:lnTo>
                    <a:pt x="10915879" y="610311"/>
                  </a:lnTo>
                  <a:lnTo>
                    <a:pt x="10921911" y="626821"/>
                  </a:lnTo>
                  <a:lnTo>
                    <a:pt x="10921911" y="531050"/>
                  </a:lnTo>
                  <a:lnTo>
                    <a:pt x="10886453" y="516331"/>
                  </a:lnTo>
                  <a:lnTo>
                    <a:pt x="10880877" y="516331"/>
                  </a:lnTo>
                  <a:lnTo>
                    <a:pt x="10841012" y="541731"/>
                  </a:lnTo>
                  <a:lnTo>
                    <a:pt x="10812463" y="513791"/>
                  </a:lnTo>
                  <a:lnTo>
                    <a:pt x="10837634" y="473151"/>
                  </a:lnTo>
                  <a:lnTo>
                    <a:pt x="10838117" y="468071"/>
                  </a:lnTo>
                  <a:lnTo>
                    <a:pt x="10812755" y="407111"/>
                  </a:lnTo>
                  <a:lnTo>
                    <a:pt x="10808475" y="403301"/>
                  </a:lnTo>
                  <a:lnTo>
                    <a:pt x="10762488" y="393141"/>
                  </a:lnTo>
                  <a:lnTo>
                    <a:pt x="10762488" y="352501"/>
                  </a:lnTo>
                  <a:lnTo>
                    <a:pt x="10808475" y="342341"/>
                  </a:lnTo>
                  <a:lnTo>
                    <a:pt x="10812755" y="338531"/>
                  </a:lnTo>
                  <a:lnTo>
                    <a:pt x="10838117" y="277571"/>
                  </a:lnTo>
                  <a:lnTo>
                    <a:pt x="10837634" y="271221"/>
                  </a:lnTo>
                  <a:lnTo>
                    <a:pt x="10812463" y="231851"/>
                  </a:lnTo>
                  <a:lnTo>
                    <a:pt x="10841012" y="203911"/>
                  </a:lnTo>
                  <a:lnTo>
                    <a:pt x="10880877" y="228041"/>
                  </a:lnTo>
                  <a:lnTo>
                    <a:pt x="10886453" y="229311"/>
                  </a:lnTo>
                  <a:lnTo>
                    <a:pt x="10947667" y="203911"/>
                  </a:lnTo>
                  <a:lnTo>
                    <a:pt x="10951274" y="198831"/>
                  </a:lnTo>
                  <a:lnTo>
                    <a:pt x="10952429" y="193751"/>
                  </a:lnTo>
                  <a:lnTo>
                    <a:pt x="10961662" y="153111"/>
                  </a:lnTo>
                  <a:lnTo>
                    <a:pt x="11002035" y="153111"/>
                  </a:lnTo>
                  <a:lnTo>
                    <a:pt x="11012424" y="198831"/>
                  </a:lnTo>
                  <a:lnTo>
                    <a:pt x="11016031" y="203911"/>
                  </a:lnTo>
                  <a:lnTo>
                    <a:pt x="11077245" y="229311"/>
                  </a:lnTo>
                  <a:lnTo>
                    <a:pt x="11082820" y="228041"/>
                  </a:lnTo>
                  <a:lnTo>
                    <a:pt x="11122685" y="203911"/>
                  </a:lnTo>
                  <a:lnTo>
                    <a:pt x="11151235" y="231851"/>
                  </a:lnTo>
                  <a:lnTo>
                    <a:pt x="11151235" y="185674"/>
                  </a:lnTo>
                  <a:lnTo>
                    <a:pt x="11131156" y="165811"/>
                  </a:lnTo>
                  <a:lnTo>
                    <a:pt x="11122749" y="164541"/>
                  </a:lnTo>
                  <a:lnTo>
                    <a:pt x="11077042" y="193751"/>
                  </a:lnTo>
                  <a:lnTo>
                    <a:pt x="11041240" y="178511"/>
                  </a:lnTo>
                  <a:lnTo>
                    <a:pt x="11035424" y="153111"/>
                  </a:lnTo>
                  <a:lnTo>
                    <a:pt x="11029328" y="126441"/>
                  </a:lnTo>
                  <a:lnTo>
                    <a:pt x="11022711" y="121361"/>
                  </a:lnTo>
                  <a:lnTo>
                    <a:pt x="10940999" y="121361"/>
                  </a:lnTo>
                  <a:lnTo>
                    <a:pt x="10934383" y="126441"/>
                  </a:lnTo>
                  <a:lnTo>
                    <a:pt x="10922470" y="178511"/>
                  </a:lnTo>
                  <a:lnTo>
                    <a:pt x="10886669" y="193751"/>
                  </a:lnTo>
                  <a:lnTo>
                    <a:pt x="10840961" y="164541"/>
                  </a:lnTo>
                  <a:lnTo>
                    <a:pt x="10832554" y="165811"/>
                  </a:lnTo>
                  <a:lnTo>
                    <a:pt x="10774769" y="222961"/>
                  </a:lnTo>
                  <a:lnTo>
                    <a:pt x="10773829" y="231851"/>
                  </a:lnTo>
                  <a:lnTo>
                    <a:pt x="10802696" y="277571"/>
                  </a:lnTo>
                  <a:lnTo>
                    <a:pt x="10787863" y="313131"/>
                  </a:lnTo>
                  <a:lnTo>
                    <a:pt x="10735145" y="325831"/>
                  </a:lnTo>
                  <a:lnTo>
                    <a:pt x="10729849" y="332181"/>
                  </a:lnTo>
                  <a:lnTo>
                    <a:pt x="10729849" y="413461"/>
                  </a:lnTo>
                  <a:lnTo>
                    <a:pt x="10735145" y="419811"/>
                  </a:lnTo>
                  <a:lnTo>
                    <a:pt x="10787863" y="432511"/>
                  </a:lnTo>
                  <a:lnTo>
                    <a:pt x="10802696" y="468071"/>
                  </a:lnTo>
                  <a:lnTo>
                    <a:pt x="10773829" y="513791"/>
                  </a:lnTo>
                  <a:lnTo>
                    <a:pt x="10774769" y="521411"/>
                  </a:lnTo>
                  <a:lnTo>
                    <a:pt x="10808449" y="555701"/>
                  </a:lnTo>
                  <a:lnTo>
                    <a:pt x="10799978" y="562051"/>
                  </a:lnTo>
                  <a:lnTo>
                    <a:pt x="10799026" y="565861"/>
                  </a:lnTo>
                  <a:lnTo>
                    <a:pt x="10806646" y="587451"/>
                  </a:lnTo>
                  <a:lnTo>
                    <a:pt x="10800359" y="598881"/>
                  </a:lnTo>
                  <a:lnTo>
                    <a:pt x="10777614" y="603961"/>
                  </a:lnTo>
                  <a:lnTo>
                    <a:pt x="10775353" y="606501"/>
                  </a:lnTo>
                  <a:lnTo>
                    <a:pt x="10771886" y="638251"/>
                  </a:lnTo>
                  <a:lnTo>
                    <a:pt x="10773537" y="640791"/>
                  </a:lnTo>
                  <a:lnTo>
                    <a:pt x="10794530" y="650951"/>
                  </a:lnTo>
                  <a:lnTo>
                    <a:pt x="10798150" y="663651"/>
                  </a:lnTo>
                  <a:lnTo>
                    <a:pt x="10785831" y="683971"/>
                  </a:lnTo>
                  <a:lnTo>
                    <a:pt x="10786034" y="686511"/>
                  </a:lnTo>
                  <a:lnTo>
                    <a:pt x="10805427" y="710641"/>
                  </a:lnTo>
                  <a:lnTo>
                    <a:pt x="10808691" y="711911"/>
                  </a:lnTo>
                  <a:lnTo>
                    <a:pt x="10830776" y="704291"/>
                  </a:lnTo>
                  <a:lnTo>
                    <a:pt x="10842181" y="710641"/>
                  </a:lnTo>
                  <a:lnTo>
                    <a:pt x="10847438" y="733501"/>
                  </a:lnTo>
                  <a:lnTo>
                    <a:pt x="10849559" y="734771"/>
                  </a:lnTo>
                  <a:lnTo>
                    <a:pt x="10852226" y="736041"/>
                  </a:lnTo>
                  <a:lnTo>
                    <a:pt x="10853153" y="736041"/>
                  </a:lnTo>
                  <a:lnTo>
                    <a:pt x="10880954" y="739851"/>
                  </a:lnTo>
                  <a:lnTo>
                    <a:pt x="10883925" y="737311"/>
                  </a:lnTo>
                  <a:lnTo>
                    <a:pt x="10894162" y="716991"/>
                  </a:lnTo>
                  <a:lnTo>
                    <a:pt x="10906671" y="713181"/>
                  </a:lnTo>
                  <a:lnTo>
                    <a:pt x="10926521" y="725881"/>
                  </a:lnTo>
                  <a:lnTo>
                    <a:pt x="10929912" y="724611"/>
                  </a:lnTo>
                  <a:lnTo>
                    <a:pt x="10944492" y="713181"/>
                  </a:lnTo>
                  <a:lnTo>
                    <a:pt x="10954207" y="705561"/>
                  </a:lnTo>
                  <a:lnTo>
                    <a:pt x="10954690" y="704291"/>
                  </a:lnTo>
                  <a:lnTo>
                    <a:pt x="10955160" y="703021"/>
                  </a:lnTo>
                  <a:lnTo>
                    <a:pt x="10947540" y="680161"/>
                  </a:lnTo>
                  <a:lnTo>
                    <a:pt x="10948238" y="678891"/>
                  </a:lnTo>
                  <a:lnTo>
                    <a:pt x="10953839" y="668731"/>
                  </a:lnTo>
                  <a:lnTo>
                    <a:pt x="10970209" y="664921"/>
                  </a:lnTo>
                  <a:lnTo>
                    <a:pt x="10973321" y="676351"/>
                  </a:lnTo>
                  <a:lnTo>
                    <a:pt x="10976788" y="686511"/>
                  </a:lnTo>
                  <a:lnTo>
                    <a:pt x="10998810" y="736041"/>
                  </a:lnTo>
                  <a:lnTo>
                    <a:pt x="11034725" y="789381"/>
                  </a:lnTo>
                  <a:lnTo>
                    <a:pt x="11080509" y="835101"/>
                  </a:lnTo>
                  <a:lnTo>
                    <a:pt x="11133785" y="871931"/>
                  </a:lnTo>
                  <a:lnTo>
                    <a:pt x="11194326" y="897331"/>
                  </a:lnTo>
                  <a:lnTo>
                    <a:pt x="11259579" y="910031"/>
                  </a:lnTo>
                  <a:lnTo>
                    <a:pt x="11293183" y="911301"/>
                  </a:lnTo>
                  <a:lnTo>
                    <a:pt x="11326800" y="910031"/>
                  </a:lnTo>
                  <a:lnTo>
                    <a:pt x="11392052" y="897331"/>
                  </a:lnTo>
                  <a:lnTo>
                    <a:pt x="11452581" y="871931"/>
                  </a:lnTo>
                  <a:lnTo>
                    <a:pt x="11505870" y="835101"/>
                  </a:lnTo>
                  <a:lnTo>
                    <a:pt x="11551641" y="789381"/>
                  </a:lnTo>
                  <a:lnTo>
                    <a:pt x="11587569" y="736041"/>
                  </a:lnTo>
                  <a:lnTo>
                    <a:pt x="11613045" y="676351"/>
                  </a:lnTo>
                  <a:lnTo>
                    <a:pt x="11626215" y="610311"/>
                  </a:lnTo>
                  <a:lnTo>
                    <a:pt x="11627866" y="577291"/>
                  </a:lnTo>
                  <a:close/>
                </a:path>
                <a:path w="11871325" h="981710">
                  <a:moveTo>
                    <a:pt x="11870855" y="185940"/>
                  </a:moveTo>
                  <a:lnTo>
                    <a:pt x="11869750" y="179717"/>
                  </a:lnTo>
                  <a:lnTo>
                    <a:pt x="11867096" y="171538"/>
                  </a:lnTo>
                  <a:lnTo>
                    <a:pt x="11860086" y="165557"/>
                  </a:lnTo>
                  <a:lnTo>
                    <a:pt x="11800154" y="156095"/>
                  </a:lnTo>
                  <a:lnTo>
                    <a:pt x="11800154" y="202336"/>
                  </a:lnTo>
                  <a:lnTo>
                    <a:pt x="11694262" y="308241"/>
                  </a:lnTo>
                  <a:lnTo>
                    <a:pt x="11608473" y="294690"/>
                  </a:lnTo>
                  <a:lnTo>
                    <a:pt x="11640782" y="262382"/>
                  </a:lnTo>
                  <a:lnTo>
                    <a:pt x="11714378" y="188785"/>
                  </a:lnTo>
                  <a:lnTo>
                    <a:pt x="11800154" y="202336"/>
                  </a:lnTo>
                  <a:lnTo>
                    <a:pt x="11800154" y="156095"/>
                  </a:lnTo>
                  <a:lnTo>
                    <a:pt x="11736654" y="146050"/>
                  </a:lnTo>
                  <a:lnTo>
                    <a:pt x="11735537" y="143484"/>
                  </a:lnTo>
                  <a:lnTo>
                    <a:pt x="11733949" y="141084"/>
                  </a:lnTo>
                  <a:lnTo>
                    <a:pt x="11729771" y="136906"/>
                  </a:lnTo>
                  <a:lnTo>
                    <a:pt x="11727371" y="135305"/>
                  </a:lnTo>
                  <a:lnTo>
                    <a:pt x="11724805" y="134200"/>
                  </a:lnTo>
                  <a:lnTo>
                    <a:pt x="11714772" y="70700"/>
                  </a:lnTo>
                  <a:lnTo>
                    <a:pt x="11705298" y="10782"/>
                  </a:lnTo>
                  <a:lnTo>
                    <a:pt x="11699304" y="3759"/>
                  </a:lnTo>
                  <a:lnTo>
                    <a:pt x="11691137" y="1104"/>
                  </a:lnTo>
                  <a:lnTo>
                    <a:pt x="11684914" y="0"/>
                  </a:lnTo>
                  <a:lnTo>
                    <a:pt x="11682070" y="292"/>
                  </a:lnTo>
                  <a:lnTo>
                    <a:pt x="11682070" y="156476"/>
                  </a:lnTo>
                  <a:lnTo>
                    <a:pt x="11576164" y="262382"/>
                  </a:lnTo>
                  <a:lnTo>
                    <a:pt x="11562613" y="176606"/>
                  </a:lnTo>
                  <a:lnTo>
                    <a:pt x="11668519" y="70700"/>
                  </a:lnTo>
                  <a:lnTo>
                    <a:pt x="11682070" y="156476"/>
                  </a:lnTo>
                  <a:lnTo>
                    <a:pt x="11682070" y="292"/>
                  </a:lnTo>
                  <a:lnTo>
                    <a:pt x="11516906" y="157695"/>
                  </a:lnTo>
                  <a:lnTo>
                    <a:pt x="11514531" y="165023"/>
                  </a:lnTo>
                  <a:lnTo>
                    <a:pt x="11514607" y="165557"/>
                  </a:lnTo>
                  <a:lnTo>
                    <a:pt x="11536236" y="302323"/>
                  </a:lnTo>
                  <a:lnTo>
                    <a:pt x="11285944" y="552602"/>
                  </a:lnTo>
                  <a:lnTo>
                    <a:pt x="11280927" y="560158"/>
                  </a:lnTo>
                  <a:lnTo>
                    <a:pt x="11279251" y="568756"/>
                  </a:lnTo>
                  <a:lnTo>
                    <a:pt x="11280927" y="577354"/>
                  </a:lnTo>
                  <a:lnTo>
                    <a:pt x="11285944" y="584911"/>
                  </a:lnTo>
                  <a:lnTo>
                    <a:pt x="11290402" y="589368"/>
                  </a:lnTo>
                  <a:lnTo>
                    <a:pt x="11296256" y="591591"/>
                  </a:lnTo>
                  <a:lnTo>
                    <a:pt x="11307953" y="591591"/>
                  </a:lnTo>
                  <a:lnTo>
                    <a:pt x="11313795" y="589368"/>
                  </a:lnTo>
                  <a:lnTo>
                    <a:pt x="11568544" y="334619"/>
                  </a:lnTo>
                  <a:lnTo>
                    <a:pt x="11699812" y="355371"/>
                  </a:lnTo>
                  <a:lnTo>
                    <a:pt x="11708435" y="355371"/>
                  </a:lnTo>
                  <a:lnTo>
                    <a:pt x="11714023" y="353085"/>
                  </a:lnTo>
                  <a:lnTo>
                    <a:pt x="11732489" y="334619"/>
                  </a:lnTo>
                  <a:lnTo>
                    <a:pt x="11758867" y="308241"/>
                  </a:lnTo>
                  <a:lnTo>
                    <a:pt x="11864188" y="202933"/>
                  </a:lnTo>
                  <a:lnTo>
                    <a:pt x="11867985" y="197891"/>
                  </a:lnTo>
                  <a:lnTo>
                    <a:pt x="11870246" y="192112"/>
                  </a:lnTo>
                  <a:lnTo>
                    <a:pt x="11870576" y="188785"/>
                  </a:lnTo>
                  <a:lnTo>
                    <a:pt x="11870855" y="1859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3050073" y="4121632"/>
              <a:ext cx="212684" cy="212684"/>
            </a:xfrm>
            <a:prstGeom prst="rect">
              <a:avLst/>
            </a:prstGeom>
          </p:spPr>
        </p:pic>
      </p:grpSp>
      <p:sp>
        <p:nvSpPr>
          <p:cNvPr id="9" name="object 9"/>
          <p:cNvSpPr txBox="1"/>
          <p:nvPr/>
        </p:nvSpPr>
        <p:spPr>
          <a:xfrm>
            <a:off x="1738676" y="4813112"/>
            <a:ext cx="3867150" cy="372491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 marR="128270">
              <a:lnSpc>
                <a:spcPct val="117900"/>
              </a:lnSpc>
              <a:spcBef>
                <a:spcPts val="90"/>
              </a:spcBef>
            </a:pPr>
            <a:r>
              <a:rPr dirty="0" sz="2250" spc="120" b="1">
                <a:solidFill>
                  <a:srgbClr val="FFFFFF"/>
                </a:solidFill>
                <a:latin typeface="Trebuchet MS"/>
                <a:cs typeface="Trebuchet MS"/>
              </a:rPr>
              <a:t>Exploring</a:t>
            </a:r>
            <a:r>
              <a:rPr dirty="0" sz="2250" spc="-185" b="1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2250" spc="220" b="1">
                <a:solidFill>
                  <a:srgbClr val="FFFFFF"/>
                </a:solidFill>
                <a:latin typeface="Trebuchet MS"/>
                <a:cs typeface="Trebuchet MS"/>
              </a:rPr>
              <a:t>&amp;</a:t>
            </a:r>
            <a:r>
              <a:rPr dirty="0" sz="2250" spc="-180" b="1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2250" spc="204" b="1">
                <a:solidFill>
                  <a:srgbClr val="FFFFFF"/>
                </a:solidFill>
                <a:latin typeface="Trebuchet MS"/>
                <a:cs typeface="Trebuchet MS"/>
              </a:rPr>
              <a:t>Cleaning</a:t>
            </a:r>
            <a:r>
              <a:rPr dirty="0" sz="2250" spc="-180" b="1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2250" spc="70" b="1">
                <a:solidFill>
                  <a:srgbClr val="FFFFFF"/>
                </a:solidFill>
                <a:latin typeface="Trebuchet MS"/>
                <a:cs typeface="Trebuchet MS"/>
              </a:rPr>
              <a:t>The </a:t>
            </a:r>
            <a:r>
              <a:rPr dirty="0" sz="2250" spc="210" b="1">
                <a:solidFill>
                  <a:srgbClr val="FFFFFF"/>
                </a:solidFill>
                <a:latin typeface="Trebuchet MS"/>
                <a:cs typeface="Trebuchet MS"/>
              </a:rPr>
              <a:t>Data</a:t>
            </a:r>
            <a:endParaRPr sz="2250">
              <a:latin typeface="Trebuchet MS"/>
              <a:cs typeface="Trebuchet MS"/>
            </a:endParaRPr>
          </a:p>
          <a:p>
            <a:pPr marL="12700" marR="5080">
              <a:lnSpc>
                <a:spcPct val="117100"/>
              </a:lnSpc>
              <a:spcBef>
                <a:spcPts val="1614"/>
              </a:spcBef>
            </a:pPr>
            <a:r>
              <a:rPr dirty="0" sz="2150">
                <a:solidFill>
                  <a:srgbClr val="FFFFFF"/>
                </a:solidFill>
                <a:latin typeface="Lucida Sans Unicode"/>
                <a:cs typeface="Lucida Sans Unicode"/>
              </a:rPr>
              <a:t>Understanding</a:t>
            </a:r>
            <a:r>
              <a:rPr dirty="0" sz="2150" spc="13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>
                <a:solidFill>
                  <a:srgbClr val="FFFFFF"/>
                </a:solidFill>
                <a:latin typeface="Lucida Sans Unicode"/>
                <a:cs typeface="Lucida Sans Unicode"/>
              </a:rPr>
              <a:t>the</a:t>
            </a:r>
            <a:r>
              <a:rPr dirty="0" sz="2150" spc="13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150">
                <a:solidFill>
                  <a:srgbClr val="FFFFFF"/>
                </a:solidFill>
                <a:latin typeface="Lucida Sans Unicode"/>
                <a:cs typeface="Lucida Sans Unicode"/>
              </a:rPr>
              <a:t>data</a:t>
            </a:r>
            <a:r>
              <a:rPr dirty="0" sz="2150" spc="13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90">
                <a:solidFill>
                  <a:srgbClr val="FFFFFF"/>
                </a:solidFill>
                <a:latin typeface="Lucida Sans Unicode"/>
                <a:cs typeface="Lucida Sans Unicode"/>
              </a:rPr>
              <a:t>we </a:t>
            </a:r>
            <a:r>
              <a:rPr dirty="0" sz="2150" spc="105">
                <a:solidFill>
                  <a:srgbClr val="FFFFFF"/>
                </a:solidFill>
                <a:latin typeface="Lucida Sans Unicode"/>
                <a:cs typeface="Lucida Sans Unicode"/>
              </a:rPr>
              <a:t>are</a:t>
            </a:r>
            <a:r>
              <a:rPr dirty="0" sz="2150" spc="-8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55">
                <a:solidFill>
                  <a:srgbClr val="FFFFFF"/>
                </a:solidFill>
                <a:latin typeface="Lucida Sans Unicode"/>
                <a:cs typeface="Lucida Sans Unicode"/>
              </a:rPr>
              <a:t>dealing</a:t>
            </a:r>
            <a:r>
              <a:rPr dirty="0" sz="2150" spc="-8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-70">
                <a:solidFill>
                  <a:srgbClr val="FFFFFF"/>
                </a:solidFill>
                <a:latin typeface="Lucida Sans Unicode"/>
                <a:cs typeface="Lucida Sans Unicode"/>
              </a:rPr>
              <a:t>with,</a:t>
            </a:r>
            <a:r>
              <a:rPr dirty="0" sz="2150" spc="-8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-10">
                <a:solidFill>
                  <a:srgbClr val="FFFFFF"/>
                </a:solidFill>
                <a:latin typeface="Lucida Sans Unicode"/>
                <a:cs typeface="Lucida Sans Unicode"/>
              </a:rPr>
              <a:t>exploring </a:t>
            </a:r>
            <a:r>
              <a:rPr dirty="0" sz="2150" spc="100">
                <a:solidFill>
                  <a:srgbClr val="FFFFFF"/>
                </a:solidFill>
                <a:latin typeface="Lucida Sans Unicode"/>
                <a:cs typeface="Lucida Sans Unicode"/>
              </a:rPr>
              <a:t>dataset</a:t>
            </a:r>
            <a:r>
              <a:rPr dirty="0" sz="2150" spc="-2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>
                <a:solidFill>
                  <a:srgbClr val="FFFFFF"/>
                </a:solidFill>
                <a:latin typeface="Lucida Sans Unicode"/>
                <a:cs typeface="Lucida Sans Unicode"/>
              </a:rPr>
              <a:t>inconsistencies,</a:t>
            </a:r>
            <a:r>
              <a:rPr dirty="0" sz="2150" spc="-1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-20">
                <a:solidFill>
                  <a:srgbClr val="FFFFFF"/>
                </a:solidFill>
                <a:latin typeface="Lucida Sans Unicode"/>
                <a:cs typeface="Lucida Sans Unicode"/>
              </a:rPr>
              <a:t>null </a:t>
            </a:r>
            <a:r>
              <a:rPr dirty="0" sz="2150">
                <a:solidFill>
                  <a:srgbClr val="FFFFFF"/>
                </a:solidFill>
                <a:latin typeface="Lucida Sans Unicode"/>
                <a:cs typeface="Lucida Sans Unicode"/>
              </a:rPr>
              <a:t>values,</a:t>
            </a:r>
            <a:r>
              <a:rPr dirty="0" sz="2150" spc="-4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60">
                <a:solidFill>
                  <a:srgbClr val="FFFFFF"/>
                </a:solidFill>
                <a:latin typeface="Lucida Sans Unicode"/>
                <a:cs typeface="Lucida Sans Unicode"/>
              </a:rPr>
              <a:t>duplicate</a:t>
            </a:r>
            <a:r>
              <a:rPr dirty="0" sz="2150" spc="-4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55">
                <a:solidFill>
                  <a:srgbClr val="FFFFFF"/>
                </a:solidFill>
                <a:latin typeface="Lucida Sans Unicode"/>
                <a:cs typeface="Lucida Sans Unicode"/>
              </a:rPr>
              <a:t>data,</a:t>
            </a:r>
            <a:r>
              <a:rPr dirty="0" sz="2150" spc="-4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110">
                <a:solidFill>
                  <a:srgbClr val="FFFFFF"/>
                </a:solidFill>
                <a:latin typeface="Lucida Sans Unicode"/>
                <a:cs typeface="Lucida Sans Unicode"/>
              </a:rPr>
              <a:t>and </a:t>
            </a:r>
            <a:r>
              <a:rPr dirty="0" sz="2150">
                <a:solidFill>
                  <a:srgbClr val="FFFFFF"/>
                </a:solidFill>
                <a:latin typeface="Lucida Sans Unicode"/>
                <a:cs typeface="Lucida Sans Unicode"/>
              </a:rPr>
              <a:t>the</a:t>
            </a:r>
            <a:r>
              <a:rPr dirty="0" sz="2150" spc="-5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-45">
                <a:solidFill>
                  <a:srgbClr val="FFFFFF"/>
                </a:solidFill>
                <a:latin typeface="Lucida Sans Unicode"/>
                <a:cs typeface="Lucida Sans Unicode"/>
              </a:rPr>
              <a:t>kinds</a:t>
            </a:r>
            <a:r>
              <a:rPr dirty="0" sz="2150" spc="-5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>
                <a:solidFill>
                  <a:srgbClr val="FFFFFF"/>
                </a:solidFill>
                <a:latin typeface="Lucida Sans Unicode"/>
                <a:cs typeface="Lucida Sans Unicode"/>
              </a:rPr>
              <a:t>of</a:t>
            </a:r>
            <a:r>
              <a:rPr dirty="0" sz="2150" spc="-5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55">
                <a:solidFill>
                  <a:srgbClr val="FFFFFF"/>
                </a:solidFill>
                <a:latin typeface="Lucida Sans Unicode"/>
                <a:cs typeface="Lucida Sans Unicode"/>
              </a:rPr>
              <a:t>columns</a:t>
            </a:r>
            <a:r>
              <a:rPr dirty="0" sz="2150" spc="-5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114">
                <a:solidFill>
                  <a:srgbClr val="FFFFFF"/>
                </a:solidFill>
                <a:latin typeface="Lucida Sans Unicode"/>
                <a:cs typeface="Lucida Sans Unicode"/>
              </a:rPr>
              <a:t>we</a:t>
            </a:r>
            <a:r>
              <a:rPr dirty="0" sz="2150" spc="-5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80">
                <a:solidFill>
                  <a:srgbClr val="FFFFFF"/>
                </a:solidFill>
                <a:latin typeface="Lucida Sans Unicode"/>
                <a:cs typeface="Lucida Sans Unicode"/>
              </a:rPr>
              <a:t>are </a:t>
            </a:r>
            <a:r>
              <a:rPr dirty="0" sz="2150" spc="55">
                <a:solidFill>
                  <a:srgbClr val="FFFFFF"/>
                </a:solidFill>
                <a:latin typeface="Lucida Sans Unicode"/>
                <a:cs typeface="Lucida Sans Unicode"/>
              </a:rPr>
              <a:t>dealing</a:t>
            </a:r>
            <a:r>
              <a:rPr dirty="0" sz="2150" spc="-8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-70">
                <a:solidFill>
                  <a:srgbClr val="FFFFFF"/>
                </a:solidFill>
                <a:latin typeface="Lucida Sans Unicode"/>
                <a:cs typeface="Lucida Sans Unicode"/>
              </a:rPr>
              <a:t>with,</a:t>
            </a:r>
            <a:r>
              <a:rPr dirty="0" sz="2150" spc="-8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150">
                <a:solidFill>
                  <a:srgbClr val="FFFFFF"/>
                </a:solidFill>
                <a:latin typeface="Lucida Sans Unicode"/>
                <a:cs typeface="Lucida Sans Unicode"/>
              </a:rPr>
              <a:t>an</a:t>
            </a:r>
            <a:r>
              <a:rPr dirty="0" sz="2150" spc="-8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-20">
                <a:solidFill>
                  <a:srgbClr val="FFFFFF"/>
                </a:solidFill>
                <a:latin typeface="Lucida Sans Unicode"/>
                <a:cs typeface="Lucida Sans Unicode"/>
              </a:rPr>
              <a:t>then </a:t>
            </a:r>
            <a:r>
              <a:rPr dirty="0" sz="2150" spc="65">
                <a:solidFill>
                  <a:srgbClr val="FFFFFF"/>
                </a:solidFill>
                <a:latin typeface="Lucida Sans Unicode"/>
                <a:cs typeface="Lucida Sans Unicode"/>
              </a:rPr>
              <a:t>cleaning</a:t>
            </a:r>
            <a:r>
              <a:rPr dirty="0" sz="2150" spc="-5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-25">
                <a:solidFill>
                  <a:srgbClr val="FFFFFF"/>
                </a:solidFill>
                <a:latin typeface="Lucida Sans Unicode"/>
                <a:cs typeface="Lucida Sans Unicode"/>
              </a:rPr>
              <a:t>it.</a:t>
            </a:r>
            <a:endParaRPr sz="2150">
              <a:latin typeface="Lucida Sans Unicode"/>
              <a:cs typeface="Lucida Sans Unicode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009217" y="4746568"/>
            <a:ext cx="4090035" cy="377507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26670" marR="894080">
              <a:lnSpc>
                <a:spcPct val="117900"/>
              </a:lnSpc>
              <a:spcBef>
                <a:spcPts val="90"/>
              </a:spcBef>
            </a:pPr>
            <a:r>
              <a:rPr dirty="0" sz="2250" spc="190" b="1">
                <a:solidFill>
                  <a:srgbClr val="FFFFFF"/>
                </a:solidFill>
                <a:latin typeface="Trebuchet MS"/>
                <a:cs typeface="Trebuchet MS"/>
              </a:rPr>
              <a:t>Answering</a:t>
            </a:r>
            <a:r>
              <a:rPr dirty="0" sz="2250" spc="-190" b="1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2250" spc="195" b="1">
                <a:solidFill>
                  <a:srgbClr val="FFFFFF"/>
                </a:solidFill>
                <a:latin typeface="Trebuchet MS"/>
                <a:cs typeface="Trebuchet MS"/>
              </a:rPr>
              <a:t>Bussiness </a:t>
            </a:r>
            <a:r>
              <a:rPr dirty="0" sz="2250" spc="155" b="1">
                <a:solidFill>
                  <a:srgbClr val="FFFFFF"/>
                </a:solidFill>
                <a:latin typeface="Trebuchet MS"/>
                <a:cs typeface="Trebuchet MS"/>
              </a:rPr>
              <a:t>Questions</a:t>
            </a:r>
            <a:endParaRPr sz="2250">
              <a:latin typeface="Trebuchet MS"/>
              <a:cs typeface="Trebuchet MS"/>
            </a:endParaRPr>
          </a:p>
          <a:p>
            <a:pPr marL="12700" marR="5080">
              <a:lnSpc>
                <a:spcPct val="116199"/>
              </a:lnSpc>
              <a:spcBef>
                <a:spcPts val="1195"/>
              </a:spcBef>
            </a:pPr>
            <a:r>
              <a:rPr dirty="0" sz="2250" spc="-25">
                <a:solidFill>
                  <a:srgbClr val="FFFFFF"/>
                </a:solidFill>
                <a:latin typeface="Lucida Sans Unicode"/>
                <a:cs typeface="Lucida Sans Unicode"/>
              </a:rPr>
              <a:t>After</a:t>
            </a:r>
            <a:r>
              <a:rPr dirty="0" sz="2250" spc="-7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250" spc="60">
                <a:solidFill>
                  <a:srgbClr val="FFFFFF"/>
                </a:solidFill>
                <a:latin typeface="Lucida Sans Unicode"/>
                <a:cs typeface="Lucida Sans Unicode"/>
              </a:rPr>
              <a:t>Cleaning</a:t>
            </a:r>
            <a:r>
              <a:rPr dirty="0" sz="2250" spc="-7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250">
                <a:solidFill>
                  <a:srgbClr val="FFFFFF"/>
                </a:solidFill>
                <a:latin typeface="Lucida Sans Unicode"/>
                <a:cs typeface="Lucida Sans Unicode"/>
              </a:rPr>
              <a:t>the</a:t>
            </a:r>
            <a:r>
              <a:rPr dirty="0" sz="2250" spc="-6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250" spc="70">
                <a:solidFill>
                  <a:srgbClr val="FFFFFF"/>
                </a:solidFill>
                <a:latin typeface="Lucida Sans Unicode"/>
                <a:cs typeface="Lucida Sans Unicode"/>
              </a:rPr>
              <a:t>Dataset</a:t>
            </a:r>
            <a:r>
              <a:rPr dirty="0" sz="2250" spc="-7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250" spc="-380">
                <a:solidFill>
                  <a:srgbClr val="FFFFFF"/>
                </a:solidFill>
                <a:latin typeface="Lucida Sans Unicode"/>
                <a:cs typeface="Lucida Sans Unicode"/>
              </a:rPr>
              <a:t>, </a:t>
            </a:r>
            <a:r>
              <a:rPr dirty="0" sz="2250" spc="185">
                <a:solidFill>
                  <a:srgbClr val="FFFFFF"/>
                </a:solidFill>
                <a:latin typeface="Lucida Sans Unicode"/>
                <a:cs typeface="Lucida Sans Unicode"/>
              </a:rPr>
              <a:t>We</a:t>
            </a:r>
            <a:r>
              <a:rPr dirty="0" sz="2250" spc="-8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250" spc="85">
                <a:solidFill>
                  <a:srgbClr val="FFFFFF"/>
                </a:solidFill>
                <a:latin typeface="Lucida Sans Unicode"/>
                <a:cs typeface="Lucida Sans Unicode"/>
              </a:rPr>
              <a:t>go</a:t>
            </a:r>
            <a:r>
              <a:rPr dirty="0" sz="2250" spc="-8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250">
                <a:solidFill>
                  <a:srgbClr val="FFFFFF"/>
                </a:solidFill>
                <a:latin typeface="Lucida Sans Unicode"/>
                <a:cs typeface="Lucida Sans Unicode"/>
              </a:rPr>
              <a:t>on</a:t>
            </a:r>
            <a:r>
              <a:rPr dirty="0" sz="2250" spc="-8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250" spc="-30">
                <a:solidFill>
                  <a:srgbClr val="FFFFFF"/>
                </a:solidFill>
                <a:latin typeface="Lucida Sans Unicode"/>
                <a:cs typeface="Lucida Sans Unicode"/>
              </a:rPr>
              <a:t>exploring</a:t>
            </a:r>
            <a:r>
              <a:rPr dirty="0" sz="2250" spc="-8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250" spc="90">
                <a:solidFill>
                  <a:srgbClr val="FFFFFF"/>
                </a:solidFill>
                <a:latin typeface="Lucida Sans Unicode"/>
                <a:cs typeface="Lucida Sans Unicode"/>
              </a:rPr>
              <a:t>what</a:t>
            </a:r>
            <a:r>
              <a:rPr dirty="0" sz="2250" spc="-8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250" spc="-25">
                <a:solidFill>
                  <a:srgbClr val="FFFFFF"/>
                </a:solidFill>
                <a:latin typeface="Lucida Sans Unicode"/>
                <a:cs typeface="Lucida Sans Unicode"/>
              </a:rPr>
              <a:t>the </a:t>
            </a:r>
            <a:r>
              <a:rPr dirty="0" sz="2250" spc="155">
                <a:solidFill>
                  <a:srgbClr val="FFFFFF"/>
                </a:solidFill>
                <a:latin typeface="Lucida Sans Unicode"/>
                <a:cs typeface="Lucida Sans Unicode"/>
              </a:rPr>
              <a:t>data</a:t>
            </a:r>
            <a:r>
              <a:rPr dirty="0" sz="2250" spc="-10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250" spc="125">
                <a:solidFill>
                  <a:srgbClr val="FFFFFF"/>
                </a:solidFill>
                <a:latin typeface="Lucida Sans Unicode"/>
                <a:cs typeface="Lucida Sans Unicode"/>
              </a:rPr>
              <a:t>have</a:t>
            </a:r>
            <a:r>
              <a:rPr dirty="0" sz="2250" spc="-9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250">
                <a:solidFill>
                  <a:srgbClr val="FFFFFF"/>
                </a:solidFill>
                <a:latin typeface="Lucida Sans Unicode"/>
                <a:cs typeface="Lucida Sans Unicode"/>
              </a:rPr>
              <a:t>to</a:t>
            </a:r>
            <a:r>
              <a:rPr dirty="0" sz="2250" spc="-10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250" spc="-10">
                <a:solidFill>
                  <a:srgbClr val="FFFFFF"/>
                </a:solidFill>
                <a:latin typeface="Lucida Sans Unicode"/>
                <a:cs typeface="Lucida Sans Unicode"/>
              </a:rPr>
              <a:t>offer</a:t>
            </a:r>
            <a:r>
              <a:rPr dirty="0" sz="2250" spc="-9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250" spc="50">
                <a:solidFill>
                  <a:srgbClr val="FFFFFF"/>
                </a:solidFill>
                <a:latin typeface="Lucida Sans Unicode"/>
                <a:cs typeface="Lucida Sans Unicode"/>
              </a:rPr>
              <a:t>by </a:t>
            </a:r>
            <a:r>
              <a:rPr dirty="0" sz="2250" spc="45">
                <a:solidFill>
                  <a:srgbClr val="FFFFFF"/>
                </a:solidFill>
                <a:latin typeface="Lucida Sans Unicode"/>
                <a:cs typeface="Lucida Sans Unicode"/>
              </a:rPr>
              <a:t>answering</a:t>
            </a:r>
            <a:r>
              <a:rPr dirty="0" sz="2250" spc="-7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250" spc="-10">
                <a:solidFill>
                  <a:srgbClr val="FFFFFF"/>
                </a:solidFill>
                <a:latin typeface="Lucida Sans Unicode"/>
                <a:cs typeface="Lucida Sans Unicode"/>
              </a:rPr>
              <a:t>bussiness questions,</a:t>
            </a:r>
            <a:r>
              <a:rPr dirty="0" sz="2250" spc="-16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250" spc="-10">
                <a:solidFill>
                  <a:srgbClr val="FFFFFF"/>
                </a:solidFill>
                <a:latin typeface="Lucida Sans Unicode"/>
                <a:cs typeface="Lucida Sans Unicode"/>
              </a:rPr>
              <a:t>discovering </a:t>
            </a:r>
            <a:r>
              <a:rPr dirty="0" sz="2250" spc="45">
                <a:solidFill>
                  <a:srgbClr val="FFFFFF"/>
                </a:solidFill>
                <a:latin typeface="Lucida Sans Unicode"/>
                <a:cs typeface="Lucida Sans Unicode"/>
              </a:rPr>
              <a:t>patterns</a:t>
            </a:r>
            <a:r>
              <a:rPr dirty="0" sz="2250" spc="-7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250">
                <a:solidFill>
                  <a:srgbClr val="FFFFFF"/>
                </a:solidFill>
                <a:latin typeface="Lucida Sans Unicode"/>
                <a:cs typeface="Lucida Sans Unicode"/>
              </a:rPr>
              <a:t>And</a:t>
            </a:r>
            <a:r>
              <a:rPr dirty="0" sz="2250" spc="-6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250" spc="-10">
                <a:solidFill>
                  <a:srgbClr val="FFFFFF"/>
                </a:solidFill>
                <a:latin typeface="Lucida Sans Unicode"/>
                <a:cs typeface="Lucida Sans Unicode"/>
              </a:rPr>
              <a:t>Extracting </a:t>
            </a:r>
            <a:r>
              <a:rPr dirty="0" sz="2250">
                <a:solidFill>
                  <a:srgbClr val="FFFFFF"/>
                </a:solidFill>
                <a:latin typeface="Lucida Sans Unicode"/>
                <a:cs typeface="Lucida Sans Unicode"/>
              </a:rPr>
              <a:t>Important</a:t>
            </a:r>
            <a:r>
              <a:rPr dirty="0" sz="2250" spc="24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250" spc="-10">
                <a:solidFill>
                  <a:srgbClr val="FFFFFF"/>
                </a:solidFill>
                <a:latin typeface="Lucida Sans Unicode"/>
                <a:cs typeface="Lucida Sans Unicode"/>
              </a:rPr>
              <a:t>insights</a:t>
            </a:r>
            <a:endParaRPr sz="2250">
              <a:latin typeface="Lucida Sans Unicode"/>
              <a:cs typeface="Lucida Sans Unicode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2336429" y="4748805"/>
            <a:ext cx="4260215" cy="370649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marR="1454150">
              <a:lnSpc>
                <a:spcPct val="115100"/>
              </a:lnSpc>
              <a:spcBef>
                <a:spcPts val="95"/>
              </a:spcBef>
            </a:pPr>
            <a:r>
              <a:rPr dirty="0" sz="2600" spc="235" b="1">
                <a:solidFill>
                  <a:srgbClr val="FFFFFF"/>
                </a:solidFill>
                <a:latin typeface="Trebuchet MS"/>
                <a:cs typeface="Trebuchet MS"/>
              </a:rPr>
              <a:t>Dashboarding</a:t>
            </a:r>
            <a:r>
              <a:rPr dirty="0" sz="2600" spc="-229" b="1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dirty="0" sz="2600" spc="185" b="1">
                <a:solidFill>
                  <a:srgbClr val="FFFFFF"/>
                </a:solidFill>
                <a:latin typeface="Trebuchet MS"/>
                <a:cs typeface="Trebuchet MS"/>
              </a:rPr>
              <a:t>&amp; </a:t>
            </a:r>
            <a:r>
              <a:rPr dirty="0" sz="2600" spc="135" b="1">
                <a:solidFill>
                  <a:srgbClr val="FFFFFF"/>
                </a:solidFill>
                <a:latin typeface="Trebuchet MS"/>
                <a:cs typeface="Trebuchet MS"/>
              </a:rPr>
              <a:t>Reporting</a:t>
            </a:r>
            <a:endParaRPr sz="2600">
              <a:latin typeface="Trebuchet MS"/>
              <a:cs typeface="Trebuchet MS"/>
            </a:endParaRPr>
          </a:p>
          <a:p>
            <a:pPr marL="17780" marR="5080">
              <a:lnSpc>
                <a:spcPct val="113900"/>
              </a:lnSpc>
              <a:spcBef>
                <a:spcPts val="1230"/>
              </a:spcBef>
            </a:pPr>
            <a:r>
              <a:rPr dirty="0" sz="2150">
                <a:solidFill>
                  <a:srgbClr val="FFFFFF"/>
                </a:solidFill>
                <a:latin typeface="Lucida Sans Unicode"/>
                <a:cs typeface="Lucida Sans Unicode"/>
              </a:rPr>
              <a:t>Now</a:t>
            </a:r>
            <a:r>
              <a:rPr dirty="0" sz="2150" spc="-7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>
                <a:solidFill>
                  <a:srgbClr val="FFFFFF"/>
                </a:solidFill>
                <a:latin typeface="Lucida Sans Unicode"/>
                <a:cs typeface="Lucida Sans Unicode"/>
              </a:rPr>
              <a:t>that</a:t>
            </a:r>
            <a:r>
              <a:rPr dirty="0" sz="2150" spc="-7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105">
                <a:solidFill>
                  <a:srgbClr val="FFFFFF"/>
                </a:solidFill>
                <a:latin typeface="Lucida Sans Unicode"/>
                <a:cs typeface="Lucida Sans Unicode"/>
              </a:rPr>
              <a:t>we</a:t>
            </a:r>
            <a:r>
              <a:rPr dirty="0" sz="2150" spc="-6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105">
                <a:solidFill>
                  <a:srgbClr val="FFFFFF"/>
                </a:solidFill>
                <a:latin typeface="Lucida Sans Unicode"/>
                <a:cs typeface="Lucida Sans Unicode"/>
              </a:rPr>
              <a:t>have</a:t>
            </a:r>
            <a:r>
              <a:rPr dirty="0" sz="2150" spc="-7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-10">
                <a:solidFill>
                  <a:srgbClr val="FFFFFF"/>
                </a:solidFill>
                <a:latin typeface="Lucida Sans Unicode"/>
                <a:cs typeface="Lucida Sans Unicode"/>
              </a:rPr>
              <a:t>explored</a:t>
            </a:r>
            <a:r>
              <a:rPr dirty="0" sz="2150" spc="-6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-25">
                <a:solidFill>
                  <a:srgbClr val="FFFFFF"/>
                </a:solidFill>
                <a:latin typeface="Lucida Sans Unicode"/>
                <a:cs typeface="Lucida Sans Unicode"/>
              </a:rPr>
              <a:t>the </a:t>
            </a:r>
            <a:r>
              <a:rPr dirty="0" sz="2150" spc="85">
                <a:solidFill>
                  <a:srgbClr val="FFFFFF"/>
                </a:solidFill>
                <a:latin typeface="Lucida Sans Unicode"/>
                <a:cs typeface="Lucida Sans Unicode"/>
              </a:rPr>
              <a:t>dataset</a:t>
            </a:r>
            <a:r>
              <a:rPr dirty="0" sz="2150" spc="-9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114">
                <a:solidFill>
                  <a:srgbClr val="FFFFFF"/>
                </a:solidFill>
                <a:latin typeface="Lucida Sans Unicode"/>
                <a:cs typeface="Lucida Sans Unicode"/>
              </a:rPr>
              <a:t>and</a:t>
            </a:r>
            <a:r>
              <a:rPr dirty="0" sz="2150" spc="-9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-10">
                <a:solidFill>
                  <a:srgbClr val="FFFFFF"/>
                </a:solidFill>
                <a:latin typeface="Lucida Sans Unicode"/>
                <a:cs typeface="Lucida Sans Unicode"/>
              </a:rPr>
              <a:t>extracted </a:t>
            </a:r>
            <a:r>
              <a:rPr dirty="0" sz="2150">
                <a:solidFill>
                  <a:srgbClr val="FFFFFF"/>
                </a:solidFill>
                <a:latin typeface="Lucida Sans Unicode"/>
                <a:cs typeface="Lucida Sans Unicode"/>
              </a:rPr>
              <a:t>important</a:t>
            </a:r>
            <a:r>
              <a:rPr dirty="0" sz="2150" spc="-3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-60">
                <a:solidFill>
                  <a:srgbClr val="FFFFFF"/>
                </a:solidFill>
                <a:latin typeface="Lucida Sans Unicode"/>
                <a:cs typeface="Lucida Sans Unicode"/>
              </a:rPr>
              <a:t>insights,</a:t>
            </a:r>
            <a:r>
              <a:rPr dirty="0" sz="2150" spc="-3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105">
                <a:solidFill>
                  <a:srgbClr val="FFFFFF"/>
                </a:solidFill>
                <a:latin typeface="Lucida Sans Unicode"/>
                <a:cs typeface="Lucida Sans Unicode"/>
              </a:rPr>
              <a:t>we</a:t>
            </a:r>
            <a:r>
              <a:rPr dirty="0" sz="2150" spc="-3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125">
                <a:solidFill>
                  <a:srgbClr val="FFFFFF"/>
                </a:solidFill>
                <a:latin typeface="Lucida Sans Unicode"/>
                <a:cs typeface="Lucida Sans Unicode"/>
              </a:rPr>
              <a:t>can </a:t>
            </a:r>
            <a:r>
              <a:rPr dirty="0" sz="2150" spc="90">
                <a:solidFill>
                  <a:srgbClr val="FFFFFF"/>
                </a:solidFill>
                <a:latin typeface="Lucida Sans Unicode"/>
                <a:cs typeface="Lucida Sans Unicode"/>
              </a:rPr>
              <a:t>move</a:t>
            </a:r>
            <a:r>
              <a:rPr dirty="0" sz="2150" spc="-6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>
                <a:solidFill>
                  <a:srgbClr val="FFFFFF"/>
                </a:solidFill>
                <a:latin typeface="Lucida Sans Unicode"/>
                <a:cs typeface="Lucida Sans Unicode"/>
              </a:rPr>
              <a:t>on</a:t>
            </a:r>
            <a:r>
              <a:rPr dirty="0" sz="2150" spc="-6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>
                <a:solidFill>
                  <a:srgbClr val="FFFFFF"/>
                </a:solidFill>
                <a:latin typeface="Lucida Sans Unicode"/>
                <a:cs typeface="Lucida Sans Unicode"/>
              </a:rPr>
              <a:t>to</a:t>
            </a:r>
            <a:r>
              <a:rPr dirty="0" sz="2150" spc="-6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-45">
                <a:solidFill>
                  <a:srgbClr val="FFFFFF"/>
                </a:solidFill>
                <a:latin typeface="Lucida Sans Unicode"/>
                <a:cs typeface="Lucida Sans Unicode"/>
              </a:rPr>
              <a:t>visualizing</a:t>
            </a:r>
            <a:r>
              <a:rPr dirty="0" sz="2150" spc="-6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>
                <a:solidFill>
                  <a:srgbClr val="FFFFFF"/>
                </a:solidFill>
                <a:latin typeface="Lucida Sans Unicode"/>
                <a:cs typeface="Lucida Sans Unicode"/>
              </a:rPr>
              <a:t>the</a:t>
            </a:r>
            <a:r>
              <a:rPr dirty="0" sz="2150" spc="-6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110">
                <a:solidFill>
                  <a:srgbClr val="FFFFFF"/>
                </a:solidFill>
                <a:latin typeface="Lucida Sans Unicode"/>
                <a:cs typeface="Lucida Sans Unicode"/>
              </a:rPr>
              <a:t>data </a:t>
            </a:r>
            <a:r>
              <a:rPr dirty="0" sz="2150" spc="-50">
                <a:solidFill>
                  <a:srgbClr val="FFFFFF"/>
                </a:solidFill>
                <a:latin typeface="Lucida Sans Unicode"/>
                <a:cs typeface="Lucida Sans Unicode"/>
              </a:rPr>
              <a:t>for</a:t>
            </a:r>
            <a:r>
              <a:rPr dirty="0" sz="2150" spc="-8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-35">
                <a:solidFill>
                  <a:srgbClr val="FFFFFF"/>
                </a:solidFill>
                <a:latin typeface="Lucida Sans Unicode"/>
                <a:cs typeface="Lucida Sans Unicode"/>
              </a:rPr>
              <a:t>non-</a:t>
            </a:r>
            <a:r>
              <a:rPr dirty="0" sz="2150" spc="50">
                <a:solidFill>
                  <a:srgbClr val="FFFFFF"/>
                </a:solidFill>
                <a:latin typeface="Lucida Sans Unicode"/>
                <a:cs typeface="Lucida Sans Unicode"/>
              </a:rPr>
              <a:t>technical</a:t>
            </a:r>
            <a:r>
              <a:rPr dirty="0" sz="2150" spc="-7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-10">
                <a:solidFill>
                  <a:srgbClr val="FFFFFF"/>
                </a:solidFill>
                <a:latin typeface="Lucida Sans Unicode"/>
                <a:cs typeface="Lucida Sans Unicode"/>
              </a:rPr>
              <a:t>people, </a:t>
            </a:r>
            <a:r>
              <a:rPr dirty="0" sz="2150">
                <a:solidFill>
                  <a:srgbClr val="FFFFFF"/>
                </a:solidFill>
                <a:latin typeface="Lucida Sans Unicode"/>
                <a:cs typeface="Lucida Sans Unicode"/>
              </a:rPr>
              <a:t>making</a:t>
            </a:r>
            <a:r>
              <a:rPr dirty="0" sz="2150" spc="2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>
                <a:solidFill>
                  <a:srgbClr val="FFFFFF"/>
                </a:solidFill>
                <a:latin typeface="Lucida Sans Unicode"/>
                <a:cs typeface="Lucida Sans Unicode"/>
              </a:rPr>
              <a:t>the</a:t>
            </a:r>
            <a:r>
              <a:rPr dirty="0" sz="2150" spc="2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-30">
                <a:solidFill>
                  <a:srgbClr val="FFFFFF"/>
                </a:solidFill>
                <a:latin typeface="Lucida Sans Unicode"/>
                <a:cs typeface="Lucida Sans Unicode"/>
              </a:rPr>
              <a:t>insights</a:t>
            </a:r>
            <a:r>
              <a:rPr dirty="0" sz="2150" spc="2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>
                <a:solidFill>
                  <a:srgbClr val="FFFFFF"/>
                </a:solidFill>
                <a:latin typeface="Lucida Sans Unicode"/>
                <a:cs typeface="Lucida Sans Unicode"/>
              </a:rPr>
              <a:t>easier</a:t>
            </a:r>
            <a:r>
              <a:rPr dirty="0" sz="2150" spc="2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-25">
                <a:solidFill>
                  <a:srgbClr val="FFFFFF"/>
                </a:solidFill>
                <a:latin typeface="Lucida Sans Unicode"/>
                <a:cs typeface="Lucida Sans Unicode"/>
              </a:rPr>
              <a:t>to </a:t>
            </a:r>
            <a:r>
              <a:rPr dirty="0" sz="2150">
                <a:solidFill>
                  <a:srgbClr val="FFFFFF"/>
                </a:solidFill>
                <a:latin typeface="Lucida Sans Unicode"/>
                <a:cs typeface="Lucida Sans Unicode"/>
              </a:rPr>
              <a:t>understand</a:t>
            </a:r>
            <a:r>
              <a:rPr dirty="0" sz="2150" spc="11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114">
                <a:solidFill>
                  <a:srgbClr val="FFFFFF"/>
                </a:solidFill>
                <a:latin typeface="Lucida Sans Unicode"/>
                <a:cs typeface="Lucida Sans Unicode"/>
              </a:rPr>
              <a:t>and</a:t>
            </a:r>
            <a:r>
              <a:rPr dirty="0" sz="2150" spc="11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50" spc="45">
                <a:solidFill>
                  <a:srgbClr val="FFFFFF"/>
                </a:solidFill>
                <a:latin typeface="Lucida Sans Unicode"/>
                <a:cs typeface="Lucida Sans Unicode"/>
              </a:rPr>
              <a:t>communicate.</a:t>
            </a:r>
            <a:endParaRPr sz="2150">
              <a:latin typeface="Lucida Sans Unicode"/>
              <a:cs typeface="Lucida Sans Unicode"/>
            </a:endParaRPr>
          </a:p>
        </p:txBody>
      </p: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506529" rIns="0" bIns="0" rtlCol="0" vert="horz">
            <a:spAutoFit/>
          </a:bodyPr>
          <a:lstStyle/>
          <a:p>
            <a:pPr marL="1120140">
              <a:lnSpc>
                <a:spcPct val="100000"/>
              </a:lnSpc>
              <a:spcBef>
                <a:spcPts val="940"/>
              </a:spcBef>
            </a:pPr>
            <a:r>
              <a:rPr dirty="0" sz="4850" spc="-905"/>
              <a:t>01</a:t>
            </a:r>
            <a:endParaRPr sz="4850"/>
          </a:p>
          <a:p>
            <a:pPr marL="1120140">
              <a:lnSpc>
                <a:spcPct val="100000"/>
              </a:lnSpc>
              <a:spcBef>
                <a:spcPts val="735"/>
              </a:spcBef>
            </a:pPr>
            <a:r>
              <a:rPr dirty="0" sz="4300" spc="240" b="1">
                <a:latin typeface="Trebuchet MS"/>
                <a:cs typeface="Trebuchet MS"/>
              </a:rPr>
              <a:t>BUSINESS</a:t>
            </a:r>
            <a:r>
              <a:rPr dirty="0" sz="4300" spc="-370" b="1">
                <a:latin typeface="Trebuchet MS"/>
                <a:cs typeface="Trebuchet MS"/>
              </a:rPr>
              <a:t> </a:t>
            </a:r>
            <a:r>
              <a:rPr dirty="0" sz="4300" spc="160" b="1">
                <a:latin typeface="Trebuchet MS"/>
                <a:cs typeface="Trebuchet MS"/>
              </a:rPr>
              <a:t>PROBLEM</a:t>
            </a:r>
            <a:r>
              <a:rPr dirty="0" sz="4300" spc="-365" b="1">
                <a:latin typeface="Trebuchet MS"/>
                <a:cs typeface="Trebuchet MS"/>
              </a:rPr>
              <a:t> </a:t>
            </a:r>
            <a:r>
              <a:rPr dirty="0" sz="4300" spc="390" b="1">
                <a:latin typeface="Trebuchet MS"/>
                <a:cs typeface="Trebuchet MS"/>
              </a:rPr>
              <a:t>&amp;</a:t>
            </a:r>
            <a:r>
              <a:rPr dirty="0" sz="4300" spc="-370" b="1">
                <a:latin typeface="Trebuchet MS"/>
                <a:cs typeface="Trebuchet MS"/>
              </a:rPr>
              <a:t> </a:t>
            </a:r>
            <a:r>
              <a:rPr dirty="0" sz="4300" spc="185" b="1">
                <a:latin typeface="Trebuchet MS"/>
                <a:cs typeface="Trebuchet MS"/>
              </a:rPr>
              <a:t>OBJECTIVES</a:t>
            </a:r>
            <a:endParaRPr sz="43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8288000" cy="10287635"/>
            <a:chOff x="0" y="0"/>
            <a:chExt cx="18288000" cy="1028763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36629" y="1931"/>
              <a:ext cx="7151369" cy="10285079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878739" y="4949"/>
              <a:ext cx="6390025" cy="10282062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8287999" cy="8251332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895350" y="2222070"/>
              <a:ext cx="3913504" cy="847090"/>
            </a:xfrm>
            <a:custGeom>
              <a:avLst/>
              <a:gdLst/>
              <a:ahLst/>
              <a:cxnLst/>
              <a:rect l="l" t="t" r="r" b="b"/>
              <a:pathLst>
                <a:path w="3913504" h="847089">
                  <a:moveTo>
                    <a:pt x="3489533" y="846921"/>
                  </a:moveTo>
                  <a:lnTo>
                    <a:pt x="423461" y="846921"/>
                  </a:lnTo>
                  <a:lnTo>
                    <a:pt x="375679" y="844219"/>
                  </a:lnTo>
                  <a:lnTo>
                    <a:pt x="328875" y="836225"/>
                  </a:lnTo>
                  <a:lnTo>
                    <a:pt x="283463" y="823111"/>
                  </a:lnTo>
                  <a:lnTo>
                    <a:pt x="239858" y="805049"/>
                  </a:lnTo>
                  <a:lnTo>
                    <a:pt x="198474" y="782211"/>
                  </a:lnTo>
                  <a:lnTo>
                    <a:pt x="159726" y="754768"/>
                  </a:lnTo>
                  <a:lnTo>
                    <a:pt x="124028" y="722892"/>
                  </a:lnTo>
                  <a:lnTo>
                    <a:pt x="92153" y="687194"/>
                  </a:lnTo>
                  <a:lnTo>
                    <a:pt x="64710" y="648446"/>
                  </a:lnTo>
                  <a:lnTo>
                    <a:pt x="41872" y="607062"/>
                  </a:lnTo>
                  <a:lnTo>
                    <a:pt x="23810" y="563457"/>
                  </a:lnTo>
                  <a:lnTo>
                    <a:pt x="10697" y="518046"/>
                  </a:lnTo>
                  <a:lnTo>
                    <a:pt x="2702" y="471242"/>
                  </a:lnTo>
                  <a:lnTo>
                    <a:pt x="0" y="423460"/>
                  </a:lnTo>
                  <a:lnTo>
                    <a:pt x="2702" y="375678"/>
                  </a:lnTo>
                  <a:lnTo>
                    <a:pt x="10697" y="328874"/>
                  </a:lnTo>
                  <a:lnTo>
                    <a:pt x="23810" y="283462"/>
                  </a:lnTo>
                  <a:lnTo>
                    <a:pt x="41872" y="239858"/>
                  </a:lnTo>
                  <a:lnTo>
                    <a:pt x="64710" y="198474"/>
                  </a:lnTo>
                  <a:lnTo>
                    <a:pt x="92153" y="159726"/>
                  </a:lnTo>
                  <a:lnTo>
                    <a:pt x="124028" y="124028"/>
                  </a:lnTo>
                  <a:lnTo>
                    <a:pt x="159726" y="92153"/>
                  </a:lnTo>
                  <a:lnTo>
                    <a:pt x="198474" y="64710"/>
                  </a:lnTo>
                  <a:lnTo>
                    <a:pt x="239858" y="41872"/>
                  </a:lnTo>
                  <a:lnTo>
                    <a:pt x="283463" y="23810"/>
                  </a:lnTo>
                  <a:lnTo>
                    <a:pt x="328875" y="10697"/>
                  </a:lnTo>
                  <a:lnTo>
                    <a:pt x="375679" y="2702"/>
                  </a:lnTo>
                  <a:lnTo>
                    <a:pt x="423461" y="0"/>
                  </a:lnTo>
                  <a:lnTo>
                    <a:pt x="3489533" y="0"/>
                  </a:lnTo>
                  <a:lnTo>
                    <a:pt x="3537318" y="2702"/>
                  </a:lnTo>
                  <a:lnTo>
                    <a:pt x="3584126" y="10697"/>
                  </a:lnTo>
                  <a:lnTo>
                    <a:pt x="3629540" y="23810"/>
                  </a:lnTo>
                  <a:lnTo>
                    <a:pt x="3673146" y="41872"/>
                  </a:lnTo>
                  <a:lnTo>
                    <a:pt x="3714529" y="64710"/>
                  </a:lnTo>
                  <a:lnTo>
                    <a:pt x="3753275" y="92153"/>
                  </a:lnTo>
                  <a:lnTo>
                    <a:pt x="3788968" y="124028"/>
                  </a:lnTo>
                  <a:lnTo>
                    <a:pt x="3820849" y="159726"/>
                  </a:lnTo>
                  <a:lnTo>
                    <a:pt x="3848292" y="198474"/>
                  </a:lnTo>
                  <a:lnTo>
                    <a:pt x="3871129" y="239858"/>
                  </a:lnTo>
                  <a:lnTo>
                    <a:pt x="3889188" y="283462"/>
                  </a:lnTo>
                  <a:lnTo>
                    <a:pt x="3902298" y="328874"/>
                  </a:lnTo>
                  <a:lnTo>
                    <a:pt x="3910290" y="375678"/>
                  </a:lnTo>
                  <a:lnTo>
                    <a:pt x="3912991" y="423460"/>
                  </a:lnTo>
                  <a:lnTo>
                    <a:pt x="3910290" y="471242"/>
                  </a:lnTo>
                  <a:lnTo>
                    <a:pt x="3902298" y="518046"/>
                  </a:lnTo>
                  <a:lnTo>
                    <a:pt x="3889188" y="563457"/>
                  </a:lnTo>
                  <a:lnTo>
                    <a:pt x="3871129" y="607062"/>
                  </a:lnTo>
                  <a:lnTo>
                    <a:pt x="3848292" y="648446"/>
                  </a:lnTo>
                  <a:lnTo>
                    <a:pt x="3820849" y="687194"/>
                  </a:lnTo>
                  <a:lnTo>
                    <a:pt x="3788968" y="722892"/>
                  </a:lnTo>
                  <a:lnTo>
                    <a:pt x="3753275" y="754768"/>
                  </a:lnTo>
                  <a:lnTo>
                    <a:pt x="3714529" y="782211"/>
                  </a:lnTo>
                  <a:lnTo>
                    <a:pt x="3673146" y="805049"/>
                  </a:lnTo>
                  <a:lnTo>
                    <a:pt x="3629540" y="823111"/>
                  </a:lnTo>
                  <a:lnTo>
                    <a:pt x="3584126" y="836225"/>
                  </a:lnTo>
                  <a:lnTo>
                    <a:pt x="3537318" y="844219"/>
                  </a:lnTo>
                  <a:lnTo>
                    <a:pt x="3489533" y="846921"/>
                  </a:lnTo>
                  <a:close/>
                </a:path>
              </a:pathLst>
            </a:custGeom>
            <a:solidFill>
              <a:srgbClr val="FFFFFF">
                <a:alpha val="409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895350" y="3516507"/>
              <a:ext cx="335280" cy="335280"/>
            </a:xfrm>
            <a:custGeom>
              <a:avLst/>
              <a:gdLst/>
              <a:ahLst/>
              <a:cxnLst/>
              <a:rect l="l" t="t" r="r" b="b"/>
              <a:pathLst>
                <a:path w="335280" h="335279">
                  <a:moveTo>
                    <a:pt x="167511" y="335036"/>
                  </a:moveTo>
                  <a:lnTo>
                    <a:pt x="122981" y="329051"/>
                  </a:lnTo>
                  <a:lnTo>
                    <a:pt x="82966" y="312162"/>
                  </a:lnTo>
                  <a:lnTo>
                    <a:pt x="49063" y="285967"/>
                  </a:lnTo>
                  <a:lnTo>
                    <a:pt x="22870" y="252062"/>
                  </a:lnTo>
                  <a:lnTo>
                    <a:pt x="5983" y="212047"/>
                  </a:lnTo>
                  <a:lnTo>
                    <a:pt x="0" y="167518"/>
                  </a:lnTo>
                  <a:lnTo>
                    <a:pt x="5983" y="122988"/>
                  </a:lnTo>
                  <a:lnTo>
                    <a:pt x="22870" y="82973"/>
                  </a:lnTo>
                  <a:lnTo>
                    <a:pt x="49063" y="49068"/>
                  </a:lnTo>
                  <a:lnTo>
                    <a:pt x="82966" y="22873"/>
                  </a:lnTo>
                  <a:lnTo>
                    <a:pt x="122981" y="5984"/>
                  </a:lnTo>
                  <a:lnTo>
                    <a:pt x="167511" y="0"/>
                  </a:lnTo>
                  <a:lnTo>
                    <a:pt x="212044" y="5984"/>
                  </a:lnTo>
                  <a:lnTo>
                    <a:pt x="252059" y="22873"/>
                  </a:lnTo>
                  <a:lnTo>
                    <a:pt x="285962" y="49068"/>
                  </a:lnTo>
                  <a:lnTo>
                    <a:pt x="312156" y="82973"/>
                  </a:lnTo>
                  <a:lnTo>
                    <a:pt x="329043" y="122988"/>
                  </a:lnTo>
                  <a:lnTo>
                    <a:pt x="335027" y="167518"/>
                  </a:lnTo>
                  <a:lnTo>
                    <a:pt x="329043" y="212047"/>
                  </a:lnTo>
                  <a:lnTo>
                    <a:pt x="312156" y="252062"/>
                  </a:lnTo>
                  <a:lnTo>
                    <a:pt x="285962" y="285967"/>
                  </a:lnTo>
                  <a:lnTo>
                    <a:pt x="252059" y="312162"/>
                  </a:lnTo>
                  <a:lnTo>
                    <a:pt x="212044" y="329051"/>
                  </a:lnTo>
                  <a:lnTo>
                    <a:pt x="167511" y="335036"/>
                  </a:lnTo>
                  <a:close/>
                </a:path>
              </a:pathLst>
            </a:custGeom>
            <a:solidFill>
              <a:srgbClr val="D1B999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895350" y="4538482"/>
              <a:ext cx="3913504" cy="847090"/>
            </a:xfrm>
            <a:custGeom>
              <a:avLst/>
              <a:gdLst/>
              <a:ahLst/>
              <a:cxnLst/>
              <a:rect l="l" t="t" r="r" b="b"/>
              <a:pathLst>
                <a:path w="3913504" h="847089">
                  <a:moveTo>
                    <a:pt x="3489533" y="846922"/>
                  </a:moveTo>
                  <a:lnTo>
                    <a:pt x="423461" y="846922"/>
                  </a:lnTo>
                  <a:lnTo>
                    <a:pt x="375679" y="844219"/>
                  </a:lnTo>
                  <a:lnTo>
                    <a:pt x="328875" y="836224"/>
                  </a:lnTo>
                  <a:lnTo>
                    <a:pt x="283463" y="823110"/>
                  </a:lnTo>
                  <a:lnTo>
                    <a:pt x="239858" y="805048"/>
                  </a:lnTo>
                  <a:lnTo>
                    <a:pt x="198474" y="782210"/>
                  </a:lnTo>
                  <a:lnTo>
                    <a:pt x="159726" y="754767"/>
                  </a:lnTo>
                  <a:lnTo>
                    <a:pt x="124028" y="722892"/>
                  </a:lnTo>
                  <a:lnTo>
                    <a:pt x="92153" y="687194"/>
                  </a:lnTo>
                  <a:lnTo>
                    <a:pt x="64710" y="648446"/>
                  </a:lnTo>
                  <a:lnTo>
                    <a:pt x="41872" y="607062"/>
                  </a:lnTo>
                  <a:lnTo>
                    <a:pt x="23810" y="563457"/>
                  </a:lnTo>
                  <a:lnTo>
                    <a:pt x="10697" y="518046"/>
                  </a:lnTo>
                  <a:lnTo>
                    <a:pt x="2702" y="471242"/>
                  </a:lnTo>
                  <a:lnTo>
                    <a:pt x="0" y="423460"/>
                  </a:lnTo>
                  <a:lnTo>
                    <a:pt x="2702" y="375678"/>
                  </a:lnTo>
                  <a:lnTo>
                    <a:pt x="10697" y="328874"/>
                  </a:lnTo>
                  <a:lnTo>
                    <a:pt x="23810" y="283462"/>
                  </a:lnTo>
                  <a:lnTo>
                    <a:pt x="41872" y="239858"/>
                  </a:lnTo>
                  <a:lnTo>
                    <a:pt x="64710" y="198474"/>
                  </a:lnTo>
                  <a:lnTo>
                    <a:pt x="92153" y="159726"/>
                  </a:lnTo>
                  <a:lnTo>
                    <a:pt x="124028" y="124028"/>
                  </a:lnTo>
                  <a:lnTo>
                    <a:pt x="159726" y="92153"/>
                  </a:lnTo>
                  <a:lnTo>
                    <a:pt x="198474" y="64710"/>
                  </a:lnTo>
                  <a:lnTo>
                    <a:pt x="239858" y="41872"/>
                  </a:lnTo>
                  <a:lnTo>
                    <a:pt x="283463" y="23810"/>
                  </a:lnTo>
                  <a:lnTo>
                    <a:pt x="328875" y="10697"/>
                  </a:lnTo>
                  <a:lnTo>
                    <a:pt x="375679" y="2702"/>
                  </a:lnTo>
                  <a:lnTo>
                    <a:pt x="423461" y="0"/>
                  </a:lnTo>
                  <a:lnTo>
                    <a:pt x="3489533" y="0"/>
                  </a:lnTo>
                  <a:lnTo>
                    <a:pt x="3537318" y="2702"/>
                  </a:lnTo>
                  <a:lnTo>
                    <a:pt x="3584126" y="10697"/>
                  </a:lnTo>
                  <a:lnTo>
                    <a:pt x="3629540" y="23810"/>
                  </a:lnTo>
                  <a:lnTo>
                    <a:pt x="3673146" y="41872"/>
                  </a:lnTo>
                  <a:lnTo>
                    <a:pt x="3714529" y="64710"/>
                  </a:lnTo>
                  <a:lnTo>
                    <a:pt x="3753275" y="92153"/>
                  </a:lnTo>
                  <a:lnTo>
                    <a:pt x="3788968" y="124028"/>
                  </a:lnTo>
                  <a:lnTo>
                    <a:pt x="3820849" y="159726"/>
                  </a:lnTo>
                  <a:lnTo>
                    <a:pt x="3848292" y="198474"/>
                  </a:lnTo>
                  <a:lnTo>
                    <a:pt x="3871129" y="239858"/>
                  </a:lnTo>
                  <a:lnTo>
                    <a:pt x="3889188" y="283462"/>
                  </a:lnTo>
                  <a:lnTo>
                    <a:pt x="3902298" y="328874"/>
                  </a:lnTo>
                  <a:lnTo>
                    <a:pt x="3910290" y="375678"/>
                  </a:lnTo>
                  <a:lnTo>
                    <a:pt x="3912991" y="423460"/>
                  </a:lnTo>
                  <a:lnTo>
                    <a:pt x="3910290" y="471242"/>
                  </a:lnTo>
                  <a:lnTo>
                    <a:pt x="3902298" y="518046"/>
                  </a:lnTo>
                  <a:lnTo>
                    <a:pt x="3889188" y="563457"/>
                  </a:lnTo>
                  <a:lnTo>
                    <a:pt x="3871129" y="607062"/>
                  </a:lnTo>
                  <a:lnTo>
                    <a:pt x="3848292" y="648446"/>
                  </a:lnTo>
                  <a:lnTo>
                    <a:pt x="3820849" y="687194"/>
                  </a:lnTo>
                  <a:lnTo>
                    <a:pt x="3788968" y="722892"/>
                  </a:lnTo>
                  <a:lnTo>
                    <a:pt x="3753275" y="754767"/>
                  </a:lnTo>
                  <a:lnTo>
                    <a:pt x="3714529" y="782210"/>
                  </a:lnTo>
                  <a:lnTo>
                    <a:pt x="3673146" y="805048"/>
                  </a:lnTo>
                  <a:lnTo>
                    <a:pt x="3629540" y="823110"/>
                  </a:lnTo>
                  <a:lnTo>
                    <a:pt x="3584126" y="836224"/>
                  </a:lnTo>
                  <a:lnTo>
                    <a:pt x="3537318" y="844219"/>
                  </a:lnTo>
                  <a:lnTo>
                    <a:pt x="3489533" y="846922"/>
                  </a:lnTo>
                  <a:close/>
                </a:path>
              </a:pathLst>
            </a:custGeom>
            <a:solidFill>
              <a:srgbClr val="FFFFFF">
                <a:alpha val="409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895350" y="5881847"/>
              <a:ext cx="335280" cy="335280"/>
            </a:xfrm>
            <a:custGeom>
              <a:avLst/>
              <a:gdLst/>
              <a:ahLst/>
              <a:cxnLst/>
              <a:rect l="l" t="t" r="r" b="b"/>
              <a:pathLst>
                <a:path w="335280" h="335279">
                  <a:moveTo>
                    <a:pt x="167511" y="335036"/>
                  </a:moveTo>
                  <a:lnTo>
                    <a:pt x="122981" y="329051"/>
                  </a:lnTo>
                  <a:lnTo>
                    <a:pt x="82966" y="312162"/>
                  </a:lnTo>
                  <a:lnTo>
                    <a:pt x="49063" y="285967"/>
                  </a:lnTo>
                  <a:lnTo>
                    <a:pt x="22870" y="252062"/>
                  </a:lnTo>
                  <a:lnTo>
                    <a:pt x="5983" y="212047"/>
                  </a:lnTo>
                  <a:lnTo>
                    <a:pt x="0" y="167518"/>
                  </a:lnTo>
                  <a:lnTo>
                    <a:pt x="5983" y="122988"/>
                  </a:lnTo>
                  <a:lnTo>
                    <a:pt x="22870" y="82973"/>
                  </a:lnTo>
                  <a:lnTo>
                    <a:pt x="49063" y="49068"/>
                  </a:lnTo>
                  <a:lnTo>
                    <a:pt x="82966" y="22873"/>
                  </a:lnTo>
                  <a:lnTo>
                    <a:pt x="122981" y="5984"/>
                  </a:lnTo>
                  <a:lnTo>
                    <a:pt x="167511" y="0"/>
                  </a:lnTo>
                  <a:lnTo>
                    <a:pt x="212044" y="5984"/>
                  </a:lnTo>
                  <a:lnTo>
                    <a:pt x="252059" y="22873"/>
                  </a:lnTo>
                  <a:lnTo>
                    <a:pt x="285962" y="49068"/>
                  </a:lnTo>
                  <a:lnTo>
                    <a:pt x="312156" y="82973"/>
                  </a:lnTo>
                  <a:lnTo>
                    <a:pt x="329043" y="122988"/>
                  </a:lnTo>
                  <a:lnTo>
                    <a:pt x="335027" y="167518"/>
                  </a:lnTo>
                  <a:lnTo>
                    <a:pt x="329043" y="212047"/>
                  </a:lnTo>
                  <a:lnTo>
                    <a:pt x="312156" y="252062"/>
                  </a:lnTo>
                  <a:lnTo>
                    <a:pt x="285962" y="285967"/>
                  </a:lnTo>
                  <a:lnTo>
                    <a:pt x="252059" y="312162"/>
                  </a:lnTo>
                  <a:lnTo>
                    <a:pt x="212044" y="329051"/>
                  </a:lnTo>
                  <a:lnTo>
                    <a:pt x="167511" y="335036"/>
                  </a:lnTo>
                  <a:close/>
                </a:path>
              </a:pathLst>
            </a:custGeom>
            <a:solidFill>
              <a:srgbClr val="D1B999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895350" y="7013351"/>
              <a:ext cx="3913504" cy="847090"/>
            </a:xfrm>
            <a:custGeom>
              <a:avLst/>
              <a:gdLst/>
              <a:ahLst/>
              <a:cxnLst/>
              <a:rect l="l" t="t" r="r" b="b"/>
              <a:pathLst>
                <a:path w="3913504" h="847090">
                  <a:moveTo>
                    <a:pt x="3489533" y="846921"/>
                  </a:moveTo>
                  <a:lnTo>
                    <a:pt x="423461" y="846921"/>
                  </a:lnTo>
                  <a:lnTo>
                    <a:pt x="375679" y="844218"/>
                  </a:lnTo>
                  <a:lnTo>
                    <a:pt x="328875" y="836224"/>
                  </a:lnTo>
                  <a:lnTo>
                    <a:pt x="283463" y="823111"/>
                  </a:lnTo>
                  <a:lnTo>
                    <a:pt x="239858" y="805049"/>
                  </a:lnTo>
                  <a:lnTo>
                    <a:pt x="198474" y="782211"/>
                  </a:lnTo>
                  <a:lnTo>
                    <a:pt x="159726" y="754768"/>
                  </a:lnTo>
                  <a:lnTo>
                    <a:pt x="124028" y="722892"/>
                  </a:lnTo>
                  <a:lnTo>
                    <a:pt x="92153" y="687194"/>
                  </a:lnTo>
                  <a:lnTo>
                    <a:pt x="64710" y="648446"/>
                  </a:lnTo>
                  <a:lnTo>
                    <a:pt x="41872" y="607062"/>
                  </a:lnTo>
                  <a:lnTo>
                    <a:pt x="23810" y="563457"/>
                  </a:lnTo>
                  <a:lnTo>
                    <a:pt x="10697" y="518045"/>
                  </a:lnTo>
                  <a:lnTo>
                    <a:pt x="2702" y="471241"/>
                  </a:lnTo>
                  <a:lnTo>
                    <a:pt x="0" y="423460"/>
                  </a:lnTo>
                  <a:lnTo>
                    <a:pt x="2702" y="375678"/>
                  </a:lnTo>
                  <a:lnTo>
                    <a:pt x="10697" y="328874"/>
                  </a:lnTo>
                  <a:lnTo>
                    <a:pt x="23810" y="283462"/>
                  </a:lnTo>
                  <a:lnTo>
                    <a:pt x="41872" y="239858"/>
                  </a:lnTo>
                  <a:lnTo>
                    <a:pt x="64710" y="198474"/>
                  </a:lnTo>
                  <a:lnTo>
                    <a:pt x="92153" y="159726"/>
                  </a:lnTo>
                  <a:lnTo>
                    <a:pt x="124028" y="124028"/>
                  </a:lnTo>
                  <a:lnTo>
                    <a:pt x="159726" y="92153"/>
                  </a:lnTo>
                  <a:lnTo>
                    <a:pt x="198474" y="64710"/>
                  </a:lnTo>
                  <a:lnTo>
                    <a:pt x="239858" y="41872"/>
                  </a:lnTo>
                  <a:lnTo>
                    <a:pt x="283463" y="23810"/>
                  </a:lnTo>
                  <a:lnTo>
                    <a:pt x="328875" y="10697"/>
                  </a:lnTo>
                  <a:lnTo>
                    <a:pt x="375679" y="2702"/>
                  </a:lnTo>
                  <a:lnTo>
                    <a:pt x="423461" y="0"/>
                  </a:lnTo>
                  <a:lnTo>
                    <a:pt x="3489533" y="0"/>
                  </a:lnTo>
                  <a:lnTo>
                    <a:pt x="3537318" y="2702"/>
                  </a:lnTo>
                  <a:lnTo>
                    <a:pt x="3584126" y="10697"/>
                  </a:lnTo>
                  <a:lnTo>
                    <a:pt x="3629540" y="23810"/>
                  </a:lnTo>
                  <a:lnTo>
                    <a:pt x="3673146" y="41872"/>
                  </a:lnTo>
                  <a:lnTo>
                    <a:pt x="3714529" y="64710"/>
                  </a:lnTo>
                  <a:lnTo>
                    <a:pt x="3753275" y="92153"/>
                  </a:lnTo>
                  <a:lnTo>
                    <a:pt x="3788968" y="124028"/>
                  </a:lnTo>
                  <a:lnTo>
                    <a:pt x="3820849" y="159726"/>
                  </a:lnTo>
                  <a:lnTo>
                    <a:pt x="3848292" y="198474"/>
                  </a:lnTo>
                  <a:lnTo>
                    <a:pt x="3871129" y="239858"/>
                  </a:lnTo>
                  <a:lnTo>
                    <a:pt x="3889188" y="283462"/>
                  </a:lnTo>
                  <a:lnTo>
                    <a:pt x="3902298" y="328874"/>
                  </a:lnTo>
                  <a:lnTo>
                    <a:pt x="3910290" y="375678"/>
                  </a:lnTo>
                  <a:lnTo>
                    <a:pt x="3912991" y="423460"/>
                  </a:lnTo>
                  <a:lnTo>
                    <a:pt x="3910290" y="471241"/>
                  </a:lnTo>
                  <a:lnTo>
                    <a:pt x="3902298" y="518045"/>
                  </a:lnTo>
                  <a:lnTo>
                    <a:pt x="3889188" y="563457"/>
                  </a:lnTo>
                  <a:lnTo>
                    <a:pt x="3871129" y="607062"/>
                  </a:lnTo>
                  <a:lnTo>
                    <a:pt x="3848292" y="648446"/>
                  </a:lnTo>
                  <a:lnTo>
                    <a:pt x="3820849" y="687194"/>
                  </a:lnTo>
                  <a:lnTo>
                    <a:pt x="3788968" y="722892"/>
                  </a:lnTo>
                  <a:lnTo>
                    <a:pt x="3753275" y="754768"/>
                  </a:lnTo>
                  <a:lnTo>
                    <a:pt x="3714529" y="782211"/>
                  </a:lnTo>
                  <a:lnTo>
                    <a:pt x="3673146" y="805049"/>
                  </a:lnTo>
                  <a:lnTo>
                    <a:pt x="3629540" y="823111"/>
                  </a:lnTo>
                  <a:lnTo>
                    <a:pt x="3584126" y="836224"/>
                  </a:lnTo>
                  <a:lnTo>
                    <a:pt x="3537318" y="844218"/>
                  </a:lnTo>
                  <a:lnTo>
                    <a:pt x="3489533" y="846921"/>
                  </a:lnTo>
                  <a:close/>
                </a:path>
              </a:pathLst>
            </a:custGeom>
            <a:solidFill>
              <a:srgbClr val="FFFFFF">
                <a:alpha val="409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895350" y="8247186"/>
              <a:ext cx="335280" cy="335280"/>
            </a:xfrm>
            <a:custGeom>
              <a:avLst/>
              <a:gdLst/>
              <a:ahLst/>
              <a:cxnLst/>
              <a:rect l="l" t="t" r="r" b="b"/>
              <a:pathLst>
                <a:path w="335280" h="335279">
                  <a:moveTo>
                    <a:pt x="167511" y="335005"/>
                  </a:moveTo>
                  <a:lnTo>
                    <a:pt x="122981" y="329023"/>
                  </a:lnTo>
                  <a:lnTo>
                    <a:pt x="82966" y="312140"/>
                  </a:lnTo>
                  <a:lnTo>
                    <a:pt x="49063" y="285951"/>
                  </a:lnTo>
                  <a:lnTo>
                    <a:pt x="22870" y="252054"/>
                  </a:lnTo>
                  <a:lnTo>
                    <a:pt x="5983" y="212044"/>
                  </a:lnTo>
                  <a:lnTo>
                    <a:pt x="0" y="167518"/>
                  </a:lnTo>
                  <a:lnTo>
                    <a:pt x="5983" y="122978"/>
                  </a:lnTo>
                  <a:lnTo>
                    <a:pt x="22870" y="82959"/>
                  </a:lnTo>
                  <a:lnTo>
                    <a:pt x="49063" y="49057"/>
                  </a:lnTo>
                  <a:lnTo>
                    <a:pt x="82966" y="22866"/>
                  </a:lnTo>
                  <a:lnTo>
                    <a:pt x="122981" y="5982"/>
                  </a:lnTo>
                  <a:lnTo>
                    <a:pt x="167511" y="0"/>
                  </a:lnTo>
                  <a:lnTo>
                    <a:pt x="212044" y="5982"/>
                  </a:lnTo>
                  <a:lnTo>
                    <a:pt x="252059" y="22866"/>
                  </a:lnTo>
                  <a:lnTo>
                    <a:pt x="285962" y="49057"/>
                  </a:lnTo>
                  <a:lnTo>
                    <a:pt x="312156" y="82959"/>
                  </a:lnTo>
                  <a:lnTo>
                    <a:pt x="329043" y="122978"/>
                  </a:lnTo>
                  <a:lnTo>
                    <a:pt x="335027" y="167518"/>
                  </a:lnTo>
                  <a:lnTo>
                    <a:pt x="329043" y="212044"/>
                  </a:lnTo>
                  <a:lnTo>
                    <a:pt x="312156" y="252054"/>
                  </a:lnTo>
                  <a:lnTo>
                    <a:pt x="285962" y="285951"/>
                  </a:lnTo>
                  <a:lnTo>
                    <a:pt x="252059" y="312140"/>
                  </a:lnTo>
                  <a:lnTo>
                    <a:pt x="212044" y="329023"/>
                  </a:lnTo>
                  <a:lnTo>
                    <a:pt x="167511" y="335005"/>
                  </a:lnTo>
                  <a:close/>
                </a:path>
              </a:pathLst>
            </a:custGeom>
            <a:solidFill>
              <a:srgbClr val="D1B999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" name="object 12"/>
          <p:cNvSpPr txBox="1">
            <a:spLocks noGrp="1"/>
          </p:cNvSpPr>
          <p:nvPr>
            <p:ph type="body" idx="1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3189">
              <a:lnSpc>
                <a:spcPct val="100000"/>
              </a:lnSpc>
              <a:spcBef>
                <a:spcPts val="130"/>
              </a:spcBef>
            </a:pPr>
            <a:r>
              <a:rPr dirty="0" spc="120"/>
              <a:t>Dataset</a:t>
            </a:r>
            <a:r>
              <a:rPr dirty="0" spc="-140"/>
              <a:t> </a:t>
            </a:r>
            <a:r>
              <a:rPr dirty="0" spc="180"/>
              <a:t>Name</a:t>
            </a:r>
          </a:p>
          <a:p>
            <a:pPr marL="45085">
              <a:lnSpc>
                <a:spcPct val="100000"/>
              </a:lnSpc>
              <a:spcBef>
                <a:spcPts val="4595"/>
              </a:spcBef>
            </a:pPr>
            <a:r>
              <a:rPr dirty="0" sz="2850" spc="-60"/>
              <a:t>IBM</a:t>
            </a:r>
            <a:r>
              <a:rPr dirty="0" sz="2850" spc="-95"/>
              <a:t> </a:t>
            </a:r>
            <a:r>
              <a:rPr dirty="0" sz="2850" spc="-175"/>
              <a:t>HR</a:t>
            </a:r>
            <a:r>
              <a:rPr dirty="0" sz="2850" spc="-90"/>
              <a:t> </a:t>
            </a:r>
            <a:r>
              <a:rPr dirty="0" sz="2850"/>
              <a:t>Analytics</a:t>
            </a:r>
            <a:r>
              <a:rPr dirty="0" sz="2850" spc="-90"/>
              <a:t> </a:t>
            </a:r>
            <a:r>
              <a:rPr dirty="0" sz="2850" spc="60"/>
              <a:t>Employee</a:t>
            </a:r>
            <a:r>
              <a:rPr dirty="0" sz="2850" spc="-95"/>
              <a:t> </a:t>
            </a:r>
            <a:r>
              <a:rPr dirty="0" sz="2850" spc="-85"/>
              <a:t>Attrition</a:t>
            </a:r>
            <a:r>
              <a:rPr dirty="0" sz="2850" spc="-90"/>
              <a:t> </a:t>
            </a:r>
            <a:r>
              <a:rPr dirty="0" sz="2850"/>
              <a:t>&amp;</a:t>
            </a:r>
            <a:r>
              <a:rPr dirty="0" sz="2850" spc="-90"/>
              <a:t> </a:t>
            </a:r>
            <a:r>
              <a:rPr dirty="0" sz="2850" spc="65"/>
              <a:t>Performance</a:t>
            </a:r>
            <a:endParaRPr sz="2850"/>
          </a:p>
          <a:p>
            <a:pPr>
              <a:lnSpc>
                <a:spcPct val="100000"/>
              </a:lnSpc>
              <a:spcBef>
                <a:spcPts val="2125"/>
              </a:spcBef>
            </a:pPr>
            <a:endParaRPr sz="2850"/>
          </a:p>
          <a:p>
            <a:pPr marL="36195">
              <a:lnSpc>
                <a:spcPct val="100000"/>
              </a:lnSpc>
            </a:pPr>
            <a:r>
              <a:rPr dirty="0" spc="120"/>
              <a:t>Dataset</a:t>
            </a:r>
            <a:r>
              <a:rPr dirty="0" spc="-140"/>
              <a:t> </a:t>
            </a:r>
            <a:r>
              <a:rPr dirty="0" spc="105"/>
              <a:t>Source</a:t>
            </a:r>
          </a:p>
          <a:p>
            <a:pPr marL="45085" marR="5080">
              <a:lnSpc>
                <a:spcPct val="116199"/>
              </a:lnSpc>
              <a:spcBef>
                <a:spcPts val="2440"/>
              </a:spcBef>
            </a:pPr>
            <a:r>
              <a:rPr dirty="0" u="heavy" sz="2850" spc="-10">
                <a:uFill>
                  <a:solidFill>
                    <a:srgbClr val="FFFFFF"/>
                  </a:solidFill>
                </a:uFill>
                <a:hlinkClick r:id="rId5"/>
              </a:rPr>
              <a:t>https://www.ka</a:t>
            </a:r>
            <a:r>
              <a:rPr dirty="0" sz="2850" spc="-10">
                <a:hlinkClick r:id="rId5"/>
              </a:rPr>
              <a:t>gg</a:t>
            </a:r>
            <a:r>
              <a:rPr dirty="0" u="heavy" sz="2850" spc="-10">
                <a:uFill>
                  <a:solidFill>
                    <a:srgbClr val="FFFFFF"/>
                  </a:solidFill>
                </a:uFill>
                <a:hlinkClick r:id="rId5"/>
              </a:rPr>
              <a:t>le.com/datasets/pavansubhasht/</a:t>
            </a:r>
            <a:r>
              <a:rPr dirty="0" sz="2850" spc="-10"/>
              <a:t> </a:t>
            </a:r>
            <a:r>
              <a:rPr dirty="0" u="heavy" sz="2850" spc="-10">
                <a:uFill>
                  <a:solidFill>
                    <a:srgbClr val="FFFFFF"/>
                  </a:solidFill>
                </a:uFill>
                <a:hlinkClick r:id="rId5"/>
              </a:rPr>
              <a:t>ibm-</a:t>
            </a:r>
            <a:r>
              <a:rPr dirty="0" u="heavy" sz="2850" spc="-110">
                <a:uFill>
                  <a:solidFill>
                    <a:srgbClr val="FFFFFF"/>
                  </a:solidFill>
                </a:uFill>
                <a:hlinkClick r:id="rId5"/>
              </a:rPr>
              <a:t>hr-</a:t>
            </a:r>
            <a:r>
              <a:rPr dirty="0" u="heavy" sz="2850">
                <a:uFill>
                  <a:solidFill>
                    <a:srgbClr val="FFFFFF"/>
                  </a:solidFill>
                </a:uFill>
                <a:hlinkClick r:id="rId5"/>
              </a:rPr>
              <a:t>analy</a:t>
            </a:r>
            <a:r>
              <a:rPr dirty="0" u="heavy" sz="2850" spc="25">
                <a:uFill>
                  <a:solidFill>
                    <a:srgbClr val="FFFFFF"/>
                  </a:solidFill>
                </a:uFill>
                <a:hlinkClick r:id="rId5"/>
              </a:rPr>
              <a:t> </a:t>
            </a:r>
            <a:r>
              <a:rPr dirty="0" u="heavy" sz="2850" spc="-40">
                <a:uFill>
                  <a:solidFill>
                    <a:srgbClr val="FFFFFF"/>
                  </a:solidFill>
                </a:uFill>
                <a:hlinkClick r:id="rId5"/>
              </a:rPr>
              <a:t>tics-</a:t>
            </a:r>
            <a:r>
              <a:rPr dirty="0" u="heavy" sz="2850" spc="-55">
                <a:uFill>
                  <a:solidFill>
                    <a:srgbClr val="FFFFFF"/>
                  </a:solidFill>
                </a:uFill>
                <a:hlinkClick r:id="rId5"/>
              </a:rPr>
              <a:t>attrition-</a:t>
            </a:r>
            <a:r>
              <a:rPr dirty="0" u="heavy" sz="2850" spc="105">
                <a:uFill>
                  <a:solidFill>
                    <a:srgbClr val="FFFFFF"/>
                  </a:solidFill>
                </a:uFill>
                <a:hlinkClick r:id="rId5"/>
              </a:rPr>
              <a:t>dataset</a:t>
            </a:r>
            <a:endParaRPr sz="2850"/>
          </a:p>
          <a:p>
            <a:pPr>
              <a:lnSpc>
                <a:spcPct val="100000"/>
              </a:lnSpc>
              <a:spcBef>
                <a:spcPts val="1000"/>
              </a:spcBef>
            </a:pPr>
            <a:endParaRPr sz="2850"/>
          </a:p>
          <a:p>
            <a:pPr marL="12700">
              <a:lnSpc>
                <a:spcPct val="100000"/>
              </a:lnSpc>
            </a:pPr>
            <a:r>
              <a:rPr dirty="0" spc="120"/>
              <a:t>Dataset</a:t>
            </a:r>
            <a:r>
              <a:rPr dirty="0" spc="-140"/>
              <a:t> </a:t>
            </a:r>
            <a:r>
              <a:rPr dirty="0" spc="80"/>
              <a:t>Format</a:t>
            </a:r>
          </a:p>
          <a:p>
            <a:pPr marL="45085">
              <a:lnSpc>
                <a:spcPct val="100000"/>
              </a:lnSpc>
              <a:spcBef>
                <a:spcPts val="4120"/>
              </a:spcBef>
            </a:pPr>
            <a:r>
              <a:rPr dirty="0" sz="2850" spc="65"/>
              <a:t>CSV</a:t>
            </a:r>
            <a:endParaRPr sz="2850"/>
          </a:p>
        </p:txBody>
      </p:sp>
      <p:sp>
        <p:nvSpPr>
          <p:cNvPr id="13" name="object 13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219116" rIns="0" bIns="0" rtlCol="0" vert="horz">
            <a:spAutoFit/>
          </a:bodyPr>
          <a:lstStyle/>
          <a:p>
            <a:pPr marL="706755">
              <a:lnSpc>
                <a:spcPts val="5465"/>
              </a:lnSpc>
              <a:spcBef>
                <a:spcPts val="120"/>
              </a:spcBef>
            </a:pPr>
            <a:r>
              <a:rPr dirty="0" sz="4850" spc="-25"/>
              <a:t>02</a:t>
            </a:r>
            <a:endParaRPr sz="4850"/>
          </a:p>
          <a:p>
            <a:pPr marL="706755">
              <a:lnSpc>
                <a:spcPts val="6365"/>
              </a:lnSpc>
            </a:pPr>
            <a:r>
              <a:rPr dirty="0" u="sng" sz="5600" spc="-185">
                <a:uFill>
                  <a:solidFill>
                    <a:srgbClr val="D1B999"/>
                  </a:solidFill>
                </a:uFill>
              </a:rPr>
              <a:t>AB</a:t>
            </a:r>
            <a:r>
              <a:rPr dirty="0" sz="5600" spc="-185"/>
              <a:t>OUT</a:t>
            </a:r>
            <a:r>
              <a:rPr dirty="0" sz="5600" spc="-250"/>
              <a:t> </a:t>
            </a:r>
            <a:r>
              <a:rPr dirty="0" sz="5600" spc="-409"/>
              <a:t>THE</a:t>
            </a:r>
            <a:r>
              <a:rPr dirty="0" sz="5600" spc="-240"/>
              <a:t> </a:t>
            </a:r>
            <a:r>
              <a:rPr dirty="0" sz="5600" spc="-365"/>
              <a:t>DATA</a:t>
            </a:r>
            <a:endParaRPr sz="56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667875" y="0"/>
            <a:ext cx="8620125" cy="10287635"/>
            <a:chOff x="9667875" y="0"/>
            <a:chExt cx="8620125" cy="1028763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36629" y="1931"/>
              <a:ext cx="7151369" cy="10285079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878738" y="4949"/>
              <a:ext cx="6390025" cy="10282062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4405693" y="0"/>
              <a:ext cx="3882306" cy="8554608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9667875" y="2522821"/>
              <a:ext cx="3798570" cy="2235835"/>
            </a:xfrm>
            <a:custGeom>
              <a:avLst/>
              <a:gdLst/>
              <a:ahLst/>
              <a:cxnLst/>
              <a:rect l="l" t="t" r="r" b="b"/>
              <a:pathLst>
                <a:path w="3798569" h="2235835">
                  <a:moveTo>
                    <a:pt x="3512225" y="2235426"/>
                  </a:moveTo>
                  <a:lnTo>
                    <a:pt x="285749" y="2235426"/>
                  </a:lnTo>
                  <a:lnTo>
                    <a:pt x="239399" y="2231686"/>
                  </a:lnTo>
                  <a:lnTo>
                    <a:pt x="195430" y="2220858"/>
                  </a:lnTo>
                  <a:lnTo>
                    <a:pt x="154431" y="2203531"/>
                  </a:lnTo>
                  <a:lnTo>
                    <a:pt x="116989" y="2180293"/>
                  </a:lnTo>
                  <a:lnTo>
                    <a:pt x="83694" y="2151732"/>
                  </a:lnTo>
                  <a:lnTo>
                    <a:pt x="55133" y="2118436"/>
                  </a:lnTo>
                  <a:lnTo>
                    <a:pt x="31894" y="2080995"/>
                  </a:lnTo>
                  <a:lnTo>
                    <a:pt x="14567" y="2039995"/>
                  </a:lnTo>
                  <a:lnTo>
                    <a:pt x="3739" y="1996026"/>
                  </a:lnTo>
                  <a:lnTo>
                    <a:pt x="0" y="1949676"/>
                  </a:lnTo>
                  <a:lnTo>
                    <a:pt x="0" y="285750"/>
                  </a:lnTo>
                  <a:lnTo>
                    <a:pt x="3739" y="239399"/>
                  </a:lnTo>
                  <a:lnTo>
                    <a:pt x="14567" y="195430"/>
                  </a:lnTo>
                  <a:lnTo>
                    <a:pt x="31894" y="154431"/>
                  </a:lnTo>
                  <a:lnTo>
                    <a:pt x="55133" y="116989"/>
                  </a:lnTo>
                  <a:lnTo>
                    <a:pt x="83694" y="83694"/>
                  </a:lnTo>
                  <a:lnTo>
                    <a:pt x="116989" y="55133"/>
                  </a:lnTo>
                  <a:lnTo>
                    <a:pt x="154431" y="31894"/>
                  </a:lnTo>
                  <a:lnTo>
                    <a:pt x="195430" y="14567"/>
                  </a:lnTo>
                  <a:lnTo>
                    <a:pt x="239399" y="3739"/>
                  </a:lnTo>
                  <a:lnTo>
                    <a:pt x="285749" y="0"/>
                  </a:lnTo>
                  <a:lnTo>
                    <a:pt x="3512225" y="0"/>
                  </a:lnTo>
                  <a:lnTo>
                    <a:pt x="3558578" y="3739"/>
                  </a:lnTo>
                  <a:lnTo>
                    <a:pt x="3602548" y="14567"/>
                  </a:lnTo>
                  <a:lnTo>
                    <a:pt x="3643548" y="31894"/>
                  </a:lnTo>
                  <a:lnTo>
                    <a:pt x="3680990" y="55133"/>
                  </a:lnTo>
                  <a:lnTo>
                    <a:pt x="3714285" y="83694"/>
                  </a:lnTo>
                  <a:lnTo>
                    <a:pt x="3742845" y="116989"/>
                  </a:lnTo>
                  <a:lnTo>
                    <a:pt x="3766082" y="154431"/>
                  </a:lnTo>
                  <a:lnTo>
                    <a:pt x="3783408" y="195430"/>
                  </a:lnTo>
                  <a:lnTo>
                    <a:pt x="3794235" y="239399"/>
                  </a:lnTo>
                  <a:lnTo>
                    <a:pt x="3797975" y="285750"/>
                  </a:lnTo>
                  <a:lnTo>
                    <a:pt x="3797975" y="1949676"/>
                  </a:lnTo>
                  <a:lnTo>
                    <a:pt x="3794235" y="1996026"/>
                  </a:lnTo>
                  <a:lnTo>
                    <a:pt x="3783408" y="2039995"/>
                  </a:lnTo>
                  <a:lnTo>
                    <a:pt x="3766082" y="2080995"/>
                  </a:lnTo>
                  <a:lnTo>
                    <a:pt x="3742845" y="2118436"/>
                  </a:lnTo>
                  <a:lnTo>
                    <a:pt x="3714285" y="2151732"/>
                  </a:lnTo>
                  <a:lnTo>
                    <a:pt x="3680990" y="2180293"/>
                  </a:lnTo>
                  <a:lnTo>
                    <a:pt x="3643548" y="2203531"/>
                  </a:lnTo>
                  <a:lnTo>
                    <a:pt x="3602548" y="2220858"/>
                  </a:lnTo>
                  <a:lnTo>
                    <a:pt x="3558578" y="2231686"/>
                  </a:lnTo>
                  <a:lnTo>
                    <a:pt x="3512225" y="2235426"/>
                  </a:lnTo>
                  <a:close/>
                </a:path>
              </a:pathLst>
            </a:custGeom>
            <a:solidFill>
              <a:srgbClr val="FFFFFF">
                <a:alpha val="36999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" name="object 7"/>
          <p:cNvSpPr txBox="1"/>
          <p:nvPr/>
        </p:nvSpPr>
        <p:spPr>
          <a:xfrm>
            <a:off x="1016000" y="327523"/>
            <a:ext cx="760730" cy="767715"/>
          </a:xfrm>
          <a:prstGeom prst="rect">
            <a:avLst/>
          </a:prstGeom>
        </p:spPr>
        <p:txBody>
          <a:bodyPr wrap="square" lIns="0" tIns="152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4850" spc="-150">
                <a:solidFill>
                  <a:srgbClr val="FFFFFF"/>
                </a:solidFill>
                <a:latin typeface="Lucida Sans Unicode"/>
                <a:cs typeface="Lucida Sans Unicode"/>
              </a:rPr>
              <a:t>02</a:t>
            </a:r>
            <a:endParaRPr sz="4850">
              <a:latin typeface="Lucida Sans Unicode"/>
              <a:cs typeface="Lucida Sans Unicode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1028700" y="2522821"/>
            <a:ext cx="3798570" cy="2235835"/>
          </a:xfrm>
          <a:custGeom>
            <a:avLst/>
            <a:gdLst/>
            <a:ahLst/>
            <a:cxnLst/>
            <a:rect l="l" t="t" r="r" b="b"/>
            <a:pathLst>
              <a:path w="3798570" h="2235835">
                <a:moveTo>
                  <a:pt x="3512240" y="2235426"/>
                </a:moveTo>
                <a:lnTo>
                  <a:pt x="285749" y="2235426"/>
                </a:lnTo>
                <a:lnTo>
                  <a:pt x="239399" y="2231686"/>
                </a:lnTo>
                <a:lnTo>
                  <a:pt x="195430" y="2220858"/>
                </a:lnTo>
                <a:lnTo>
                  <a:pt x="154431" y="2203531"/>
                </a:lnTo>
                <a:lnTo>
                  <a:pt x="116989" y="2180293"/>
                </a:lnTo>
                <a:lnTo>
                  <a:pt x="83694" y="2151732"/>
                </a:lnTo>
                <a:lnTo>
                  <a:pt x="55133" y="2118436"/>
                </a:lnTo>
                <a:lnTo>
                  <a:pt x="31894" y="2080995"/>
                </a:lnTo>
                <a:lnTo>
                  <a:pt x="14567" y="2039995"/>
                </a:lnTo>
                <a:lnTo>
                  <a:pt x="3739" y="1996026"/>
                </a:lnTo>
                <a:lnTo>
                  <a:pt x="0" y="1949676"/>
                </a:lnTo>
                <a:lnTo>
                  <a:pt x="0" y="285750"/>
                </a:lnTo>
                <a:lnTo>
                  <a:pt x="3739" y="239399"/>
                </a:lnTo>
                <a:lnTo>
                  <a:pt x="14567" y="195430"/>
                </a:lnTo>
                <a:lnTo>
                  <a:pt x="31894" y="154431"/>
                </a:lnTo>
                <a:lnTo>
                  <a:pt x="55133" y="116989"/>
                </a:lnTo>
                <a:lnTo>
                  <a:pt x="83694" y="83694"/>
                </a:lnTo>
                <a:lnTo>
                  <a:pt x="116989" y="55133"/>
                </a:lnTo>
                <a:lnTo>
                  <a:pt x="154431" y="31894"/>
                </a:lnTo>
                <a:lnTo>
                  <a:pt x="195430" y="14567"/>
                </a:lnTo>
                <a:lnTo>
                  <a:pt x="239399" y="3739"/>
                </a:lnTo>
                <a:lnTo>
                  <a:pt x="285749" y="0"/>
                </a:lnTo>
                <a:lnTo>
                  <a:pt x="3512240" y="0"/>
                </a:lnTo>
                <a:lnTo>
                  <a:pt x="3558585" y="3739"/>
                </a:lnTo>
                <a:lnTo>
                  <a:pt x="3602552" y="14567"/>
                </a:lnTo>
                <a:lnTo>
                  <a:pt x="3643550" y="31894"/>
                </a:lnTo>
                <a:lnTo>
                  <a:pt x="3680992" y="55133"/>
                </a:lnTo>
                <a:lnTo>
                  <a:pt x="3714288" y="83694"/>
                </a:lnTo>
                <a:lnTo>
                  <a:pt x="3742851" y="116989"/>
                </a:lnTo>
                <a:lnTo>
                  <a:pt x="3766092" y="154431"/>
                </a:lnTo>
                <a:lnTo>
                  <a:pt x="3783421" y="195430"/>
                </a:lnTo>
                <a:lnTo>
                  <a:pt x="3794250" y="239399"/>
                </a:lnTo>
                <a:lnTo>
                  <a:pt x="3797990" y="285750"/>
                </a:lnTo>
                <a:lnTo>
                  <a:pt x="3797990" y="1949676"/>
                </a:lnTo>
                <a:lnTo>
                  <a:pt x="3794250" y="1996026"/>
                </a:lnTo>
                <a:lnTo>
                  <a:pt x="3783421" y="2039995"/>
                </a:lnTo>
                <a:lnTo>
                  <a:pt x="3766092" y="2080995"/>
                </a:lnTo>
                <a:lnTo>
                  <a:pt x="3742851" y="2118436"/>
                </a:lnTo>
                <a:lnTo>
                  <a:pt x="3714288" y="2151732"/>
                </a:lnTo>
                <a:lnTo>
                  <a:pt x="3680992" y="2180293"/>
                </a:lnTo>
                <a:lnTo>
                  <a:pt x="3643550" y="2203531"/>
                </a:lnTo>
                <a:lnTo>
                  <a:pt x="3602552" y="2220858"/>
                </a:lnTo>
                <a:lnTo>
                  <a:pt x="3558585" y="2231686"/>
                </a:lnTo>
                <a:lnTo>
                  <a:pt x="3512240" y="2235426"/>
                </a:lnTo>
                <a:close/>
              </a:path>
            </a:pathLst>
          </a:custGeom>
          <a:solidFill>
            <a:srgbClr val="FFFFFF">
              <a:alpha val="36999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/>
          <p:nvPr/>
        </p:nvSpPr>
        <p:spPr>
          <a:xfrm>
            <a:off x="5346016" y="2522821"/>
            <a:ext cx="3798570" cy="2235835"/>
          </a:xfrm>
          <a:custGeom>
            <a:avLst/>
            <a:gdLst/>
            <a:ahLst/>
            <a:cxnLst/>
            <a:rect l="l" t="t" r="r" b="b"/>
            <a:pathLst>
              <a:path w="3798570" h="2235835">
                <a:moveTo>
                  <a:pt x="3512233" y="2235426"/>
                </a:moveTo>
                <a:lnTo>
                  <a:pt x="285750" y="2235426"/>
                </a:lnTo>
                <a:lnTo>
                  <a:pt x="239399" y="2231686"/>
                </a:lnTo>
                <a:lnTo>
                  <a:pt x="195430" y="2220858"/>
                </a:lnTo>
                <a:lnTo>
                  <a:pt x="154431" y="2203531"/>
                </a:lnTo>
                <a:lnTo>
                  <a:pt x="116989" y="2180293"/>
                </a:lnTo>
                <a:lnTo>
                  <a:pt x="83694" y="2151732"/>
                </a:lnTo>
                <a:lnTo>
                  <a:pt x="55133" y="2118436"/>
                </a:lnTo>
                <a:lnTo>
                  <a:pt x="31894" y="2080995"/>
                </a:lnTo>
                <a:lnTo>
                  <a:pt x="14567" y="2039995"/>
                </a:lnTo>
                <a:lnTo>
                  <a:pt x="3739" y="1996026"/>
                </a:lnTo>
                <a:lnTo>
                  <a:pt x="0" y="1949676"/>
                </a:lnTo>
                <a:lnTo>
                  <a:pt x="0" y="285750"/>
                </a:lnTo>
                <a:lnTo>
                  <a:pt x="3739" y="239399"/>
                </a:lnTo>
                <a:lnTo>
                  <a:pt x="14567" y="195430"/>
                </a:lnTo>
                <a:lnTo>
                  <a:pt x="31894" y="154431"/>
                </a:lnTo>
                <a:lnTo>
                  <a:pt x="55133" y="116989"/>
                </a:lnTo>
                <a:lnTo>
                  <a:pt x="83694" y="83694"/>
                </a:lnTo>
                <a:lnTo>
                  <a:pt x="116989" y="55133"/>
                </a:lnTo>
                <a:lnTo>
                  <a:pt x="154431" y="31894"/>
                </a:lnTo>
                <a:lnTo>
                  <a:pt x="195430" y="14567"/>
                </a:lnTo>
                <a:lnTo>
                  <a:pt x="239399" y="3739"/>
                </a:lnTo>
                <a:lnTo>
                  <a:pt x="285750" y="0"/>
                </a:lnTo>
                <a:lnTo>
                  <a:pt x="3512233" y="0"/>
                </a:lnTo>
                <a:lnTo>
                  <a:pt x="3558586" y="3739"/>
                </a:lnTo>
                <a:lnTo>
                  <a:pt x="3602556" y="14567"/>
                </a:lnTo>
                <a:lnTo>
                  <a:pt x="3643556" y="31894"/>
                </a:lnTo>
                <a:lnTo>
                  <a:pt x="3680998" y="55133"/>
                </a:lnTo>
                <a:lnTo>
                  <a:pt x="3714293" y="83694"/>
                </a:lnTo>
                <a:lnTo>
                  <a:pt x="3742853" y="116989"/>
                </a:lnTo>
                <a:lnTo>
                  <a:pt x="3766090" y="154431"/>
                </a:lnTo>
                <a:lnTo>
                  <a:pt x="3783417" y="195430"/>
                </a:lnTo>
                <a:lnTo>
                  <a:pt x="3794244" y="239399"/>
                </a:lnTo>
                <a:lnTo>
                  <a:pt x="3797983" y="285750"/>
                </a:lnTo>
                <a:lnTo>
                  <a:pt x="3797983" y="1949676"/>
                </a:lnTo>
                <a:lnTo>
                  <a:pt x="3794244" y="1996026"/>
                </a:lnTo>
                <a:lnTo>
                  <a:pt x="3783417" y="2039995"/>
                </a:lnTo>
                <a:lnTo>
                  <a:pt x="3766090" y="2080995"/>
                </a:lnTo>
                <a:lnTo>
                  <a:pt x="3742853" y="2118436"/>
                </a:lnTo>
                <a:lnTo>
                  <a:pt x="3714293" y="2151732"/>
                </a:lnTo>
                <a:lnTo>
                  <a:pt x="3680998" y="2180293"/>
                </a:lnTo>
                <a:lnTo>
                  <a:pt x="3643556" y="2203531"/>
                </a:lnTo>
                <a:lnTo>
                  <a:pt x="3602556" y="2220858"/>
                </a:lnTo>
                <a:lnTo>
                  <a:pt x="3558586" y="2231686"/>
                </a:lnTo>
                <a:lnTo>
                  <a:pt x="3512233" y="2235426"/>
                </a:lnTo>
                <a:close/>
              </a:path>
            </a:pathLst>
          </a:custGeom>
          <a:solidFill>
            <a:srgbClr val="FFFFFF">
              <a:alpha val="36999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/>
          <p:nvPr/>
        </p:nvSpPr>
        <p:spPr>
          <a:xfrm>
            <a:off x="1028700" y="5832500"/>
            <a:ext cx="568325" cy="0"/>
          </a:xfrm>
          <a:custGeom>
            <a:avLst/>
            <a:gdLst/>
            <a:ahLst/>
            <a:cxnLst/>
            <a:rect l="l" t="t" r="r" b="b"/>
            <a:pathLst>
              <a:path w="568325" h="0">
                <a:moveTo>
                  <a:pt x="0" y="0"/>
                </a:moveTo>
                <a:lnTo>
                  <a:pt x="567897" y="0"/>
                </a:lnTo>
              </a:path>
            </a:pathLst>
          </a:custGeom>
          <a:ln w="38100">
            <a:solidFill>
              <a:srgbClr val="D1B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 txBox="1"/>
          <p:nvPr/>
        </p:nvSpPr>
        <p:spPr>
          <a:xfrm>
            <a:off x="1016000" y="2575200"/>
            <a:ext cx="7028180" cy="3128010"/>
          </a:xfrm>
          <a:prstGeom prst="rect">
            <a:avLst/>
          </a:prstGeom>
        </p:spPr>
        <p:txBody>
          <a:bodyPr wrap="square" lIns="0" tIns="137160" rIns="0" bIns="0" rtlCol="0" vert="horz">
            <a:spAutoFit/>
          </a:bodyPr>
          <a:lstStyle/>
          <a:p>
            <a:pPr algn="ctr" marL="761365">
              <a:lnSpc>
                <a:spcPct val="100000"/>
              </a:lnSpc>
              <a:spcBef>
                <a:spcPts val="1080"/>
              </a:spcBef>
              <a:tabLst>
                <a:tab pos="5433695" algn="l"/>
              </a:tabLst>
            </a:pPr>
            <a:r>
              <a:rPr dirty="0" sz="8800" spc="-1520">
                <a:solidFill>
                  <a:srgbClr val="FFFFFF"/>
                </a:solidFill>
                <a:latin typeface="Times New Roman"/>
                <a:cs typeface="Times New Roman"/>
              </a:rPr>
              <a:t>1</a:t>
            </a:r>
            <a:r>
              <a:rPr dirty="0" sz="8800" spc="-1180">
                <a:solidFill>
                  <a:srgbClr val="FFFFFF"/>
                </a:solidFill>
                <a:latin typeface="Times New Roman"/>
                <a:cs typeface="Times New Roman"/>
              </a:rPr>
              <a:t>4</a:t>
            </a:r>
            <a:r>
              <a:rPr dirty="0" sz="8800" spc="-930">
                <a:solidFill>
                  <a:srgbClr val="FFFFFF"/>
                </a:solidFill>
                <a:latin typeface="Times New Roman"/>
                <a:cs typeface="Times New Roman"/>
              </a:rPr>
              <a:t>7</a:t>
            </a:r>
            <a:r>
              <a:rPr dirty="0" sz="8800" spc="-919">
                <a:solidFill>
                  <a:srgbClr val="FFFFFF"/>
                </a:solidFill>
                <a:latin typeface="Times New Roman"/>
                <a:cs typeface="Times New Roman"/>
              </a:rPr>
              <a:t>0</a:t>
            </a:r>
            <a:r>
              <a:rPr dirty="0" sz="880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dirty="0" sz="8800" spc="-625">
                <a:solidFill>
                  <a:srgbClr val="FFFFFF"/>
                </a:solidFill>
                <a:latin typeface="Times New Roman"/>
                <a:cs typeface="Times New Roman"/>
              </a:rPr>
              <a:t>35</a:t>
            </a:r>
            <a:endParaRPr sz="8800">
              <a:latin typeface="Times New Roman"/>
              <a:cs typeface="Times New Roman"/>
            </a:endParaRPr>
          </a:p>
          <a:p>
            <a:pPr marL="322580">
              <a:lnSpc>
                <a:spcPct val="100000"/>
              </a:lnSpc>
              <a:spcBef>
                <a:spcPts val="430"/>
              </a:spcBef>
              <a:tabLst>
                <a:tab pos="5504180" algn="l"/>
              </a:tabLst>
            </a:pPr>
            <a:r>
              <a:rPr dirty="0" sz="3450" spc="-100">
                <a:solidFill>
                  <a:srgbClr val="FFFFFF"/>
                </a:solidFill>
                <a:latin typeface="Times New Roman"/>
                <a:cs typeface="Times New Roman"/>
              </a:rPr>
              <a:t>Employee</a:t>
            </a:r>
            <a:r>
              <a:rPr dirty="0" sz="3450" spc="-15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dirty="0" sz="3450" spc="-10">
                <a:solidFill>
                  <a:srgbClr val="FFFFFF"/>
                </a:solidFill>
                <a:latin typeface="Times New Roman"/>
                <a:cs typeface="Times New Roman"/>
              </a:rPr>
              <a:t>Records</a:t>
            </a:r>
            <a:r>
              <a:rPr dirty="0" sz="3450">
                <a:solidFill>
                  <a:srgbClr val="FFFFFF"/>
                </a:solidFill>
                <a:latin typeface="Times New Roman"/>
                <a:cs typeface="Times New Roman"/>
              </a:rPr>
              <a:t>	</a:t>
            </a:r>
            <a:r>
              <a:rPr dirty="0" sz="3450" spc="-80">
                <a:solidFill>
                  <a:srgbClr val="FFFFFF"/>
                </a:solidFill>
                <a:latin typeface="Times New Roman"/>
                <a:cs typeface="Times New Roman"/>
              </a:rPr>
              <a:t>Columns</a:t>
            </a:r>
            <a:endParaRPr sz="34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3754"/>
              </a:spcBef>
            </a:pPr>
            <a:r>
              <a:rPr dirty="0" sz="3800">
                <a:solidFill>
                  <a:srgbClr val="FFFFFF"/>
                </a:solidFill>
                <a:latin typeface="Lucida Sans Unicode"/>
                <a:cs typeface="Lucida Sans Unicode"/>
              </a:rPr>
              <a:t>CORE</a:t>
            </a:r>
            <a:r>
              <a:rPr dirty="0" sz="3800" spc="-204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800" spc="-105">
                <a:solidFill>
                  <a:srgbClr val="FFFFFF"/>
                </a:solidFill>
                <a:latin typeface="Lucida Sans Unicode"/>
                <a:cs typeface="Lucida Sans Unicode"/>
              </a:rPr>
              <a:t>METRICS</a:t>
            </a:r>
            <a:r>
              <a:rPr dirty="0" sz="3800" spc="-18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800" spc="-320">
                <a:solidFill>
                  <a:srgbClr val="FFFFFF"/>
                </a:solidFill>
                <a:latin typeface="Lucida Sans Unicode"/>
                <a:cs typeface="Lucida Sans Unicode"/>
              </a:rPr>
              <a:t>/</a:t>
            </a:r>
            <a:r>
              <a:rPr dirty="0" sz="3800" spc="-16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800" spc="-10">
                <a:solidFill>
                  <a:srgbClr val="FFFFFF"/>
                </a:solidFill>
                <a:latin typeface="Lucida Sans Unicode"/>
                <a:cs typeface="Lucida Sans Unicode"/>
              </a:rPr>
              <a:t>COLUMNS</a:t>
            </a:r>
            <a:endParaRPr sz="3800">
              <a:latin typeface="Lucida Sans Unicode"/>
              <a:cs typeface="Lucida Sans Unicode"/>
            </a:endParaRPr>
          </a:p>
        </p:txBody>
      </p: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xfrm>
            <a:off x="1003300" y="874607"/>
            <a:ext cx="10265410" cy="878840"/>
          </a:xfrm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25400">
              <a:lnSpc>
                <a:spcPct val="100000"/>
              </a:lnSpc>
              <a:spcBef>
                <a:spcPts val="100"/>
              </a:spcBef>
            </a:pPr>
            <a:r>
              <a:rPr dirty="0" u="sng" baseline="-8432" sz="8400" spc="-277">
                <a:uFill>
                  <a:solidFill>
                    <a:srgbClr val="D1B999"/>
                  </a:solidFill>
                </a:uFill>
              </a:rPr>
              <a:t>AB</a:t>
            </a:r>
            <a:r>
              <a:rPr dirty="0" baseline="-8432" sz="8400" spc="-277"/>
              <a:t>OUT</a:t>
            </a:r>
            <a:r>
              <a:rPr dirty="0" baseline="-8432" sz="8400" spc="-345"/>
              <a:t> </a:t>
            </a:r>
            <a:r>
              <a:rPr dirty="0" baseline="-8432" sz="8400" spc="-615"/>
              <a:t>THE</a:t>
            </a:r>
            <a:r>
              <a:rPr dirty="0" baseline="-8432" sz="8400" spc="-345"/>
              <a:t> </a:t>
            </a:r>
            <a:r>
              <a:rPr dirty="0" baseline="-8432" sz="8400" spc="-517"/>
              <a:t>DATA</a:t>
            </a:r>
            <a:r>
              <a:rPr dirty="0" baseline="-8432" sz="8400" spc="-592"/>
              <a:t> </a:t>
            </a:r>
            <a:r>
              <a:rPr dirty="0" sz="3000" spc="-105"/>
              <a:t>(DATASET</a:t>
            </a:r>
            <a:r>
              <a:rPr dirty="0" sz="3000" spc="-125"/>
              <a:t> </a:t>
            </a:r>
            <a:r>
              <a:rPr dirty="0" sz="3000" spc="-240"/>
              <a:t>AT</a:t>
            </a:r>
            <a:r>
              <a:rPr dirty="0" sz="3000" spc="-125"/>
              <a:t> </a:t>
            </a:r>
            <a:r>
              <a:rPr dirty="0" sz="3000" spc="-130"/>
              <a:t>A</a:t>
            </a:r>
            <a:r>
              <a:rPr dirty="0" sz="3000" spc="-125"/>
              <a:t> </a:t>
            </a:r>
            <a:r>
              <a:rPr dirty="0" sz="3000" spc="-10"/>
              <a:t>GLANCE)</a:t>
            </a:r>
            <a:endParaRPr sz="3000"/>
          </a:p>
        </p:txBody>
      </p:sp>
      <p:sp>
        <p:nvSpPr>
          <p:cNvPr id="13" name="object 13"/>
          <p:cNvSpPr/>
          <p:nvPr/>
        </p:nvSpPr>
        <p:spPr>
          <a:xfrm>
            <a:off x="984478" y="5984903"/>
            <a:ext cx="5511800" cy="1270635"/>
          </a:xfrm>
          <a:custGeom>
            <a:avLst/>
            <a:gdLst/>
            <a:ahLst/>
            <a:cxnLst/>
            <a:rect l="l" t="t" r="r" b="b"/>
            <a:pathLst>
              <a:path w="5511800" h="1270634">
                <a:moveTo>
                  <a:pt x="5225882" y="1270577"/>
                </a:moveTo>
                <a:lnTo>
                  <a:pt x="285750" y="1270577"/>
                </a:lnTo>
                <a:lnTo>
                  <a:pt x="239399" y="1266837"/>
                </a:lnTo>
                <a:lnTo>
                  <a:pt x="195430" y="1256009"/>
                </a:lnTo>
                <a:lnTo>
                  <a:pt x="154431" y="1238682"/>
                </a:lnTo>
                <a:lnTo>
                  <a:pt x="116989" y="1215444"/>
                </a:lnTo>
                <a:lnTo>
                  <a:pt x="83694" y="1186883"/>
                </a:lnTo>
                <a:lnTo>
                  <a:pt x="55133" y="1153588"/>
                </a:lnTo>
                <a:lnTo>
                  <a:pt x="31894" y="1116146"/>
                </a:lnTo>
                <a:lnTo>
                  <a:pt x="14567" y="1075146"/>
                </a:lnTo>
                <a:lnTo>
                  <a:pt x="3739" y="1031177"/>
                </a:lnTo>
                <a:lnTo>
                  <a:pt x="0" y="984827"/>
                </a:lnTo>
                <a:lnTo>
                  <a:pt x="0" y="285749"/>
                </a:lnTo>
                <a:lnTo>
                  <a:pt x="3739" y="239399"/>
                </a:lnTo>
                <a:lnTo>
                  <a:pt x="14567" y="195430"/>
                </a:lnTo>
                <a:lnTo>
                  <a:pt x="31894" y="154431"/>
                </a:lnTo>
                <a:lnTo>
                  <a:pt x="55133" y="116989"/>
                </a:lnTo>
                <a:lnTo>
                  <a:pt x="83694" y="83694"/>
                </a:lnTo>
                <a:lnTo>
                  <a:pt x="116989" y="55133"/>
                </a:lnTo>
                <a:lnTo>
                  <a:pt x="154431" y="31894"/>
                </a:lnTo>
                <a:lnTo>
                  <a:pt x="195430" y="14567"/>
                </a:lnTo>
                <a:lnTo>
                  <a:pt x="239399" y="3739"/>
                </a:lnTo>
                <a:lnTo>
                  <a:pt x="285750" y="0"/>
                </a:lnTo>
                <a:lnTo>
                  <a:pt x="5225882" y="0"/>
                </a:lnTo>
                <a:lnTo>
                  <a:pt x="5272235" y="3739"/>
                </a:lnTo>
                <a:lnTo>
                  <a:pt x="5316205" y="14567"/>
                </a:lnTo>
                <a:lnTo>
                  <a:pt x="5357205" y="31894"/>
                </a:lnTo>
                <a:lnTo>
                  <a:pt x="5394647" y="55133"/>
                </a:lnTo>
                <a:lnTo>
                  <a:pt x="5427942" y="83694"/>
                </a:lnTo>
                <a:lnTo>
                  <a:pt x="5456502" y="116989"/>
                </a:lnTo>
                <a:lnTo>
                  <a:pt x="5479739" y="154431"/>
                </a:lnTo>
                <a:lnTo>
                  <a:pt x="5497065" y="195430"/>
                </a:lnTo>
                <a:lnTo>
                  <a:pt x="5507892" y="239399"/>
                </a:lnTo>
                <a:lnTo>
                  <a:pt x="5511632" y="285749"/>
                </a:lnTo>
                <a:lnTo>
                  <a:pt x="5511632" y="984827"/>
                </a:lnTo>
                <a:lnTo>
                  <a:pt x="5507892" y="1031177"/>
                </a:lnTo>
                <a:lnTo>
                  <a:pt x="5497065" y="1075146"/>
                </a:lnTo>
                <a:lnTo>
                  <a:pt x="5479739" y="1116146"/>
                </a:lnTo>
                <a:lnTo>
                  <a:pt x="5456502" y="1153588"/>
                </a:lnTo>
                <a:lnTo>
                  <a:pt x="5427942" y="1186883"/>
                </a:lnTo>
                <a:lnTo>
                  <a:pt x="5394647" y="1215444"/>
                </a:lnTo>
                <a:lnTo>
                  <a:pt x="5357205" y="1238682"/>
                </a:lnTo>
                <a:lnTo>
                  <a:pt x="5316205" y="1256009"/>
                </a:lnTo>
                <a:lnTo>
                  <a:pt x="5272235" y="1266837"/>
                </a:lnTo>
                <a:lnTo>
                  <a:pt x="5225882" y="1270577"/>
                </a:lnTo>
                <a:close/>
              </a:path>
            </a:pathLst>
          </a:custGeom>
          <a:solidFill>
            <a:srgbClr val="FFFFFF">
              <a:alpha val="36999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14" name="object 14"/>
          <p:cNvSpPr txBox="1"/>
          <p:nvPr/>
        </p:nvSpPr>
        <p:spPr>
          <a:xfrm>
            <a:off x="1279003" y="6246306"/>
            <a:ext cx="1826895" cy="694690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4350" spc="-95">
                <a:solidFill>
                  <a:srgbClr val="D1B999"/>
                </a:solidFill>
                <a:latin typeface="Times New Roman"/>
                <a:cs typeface="Times New Roman"/>
              </a:rPr>
              <a:t>Attrition</a:t>
            </a:r>
            <a:endParaRPr sz="4350">
              <a:latin typeface="Times New Roman"/>
              <a:cs typeface="Times New Roman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3168335" y="6290248"/>
            <a:ext cx="558165" cy="660400"/>
            <a:chOff x="3168335" y="6290248"/>
            <a:chExt cx="558165" cy="660400"/>
          </a:xfrm>
        </p:grpSpPr>
        <p:sp>
          <p:nvSpPr>
            <p:cNvPr id="16" name="object 16"/>
            <p:cNvSpPr/>
            <p:nvPr/>
          </p:nvSpPr>
          <p:spPr>
            <a:xfrm>
              <a:off x="3187385" y="6290248"/>
              <a:ext cx="0" cy="660400"/>
            </a:xfrm>
            <a:custGeom>
              <a:avLst/>
              <a:gdLst/>
              <a:ahLst/>
              <a:cxnLst/>
              <a:rect l="l" t="t" r="r" b="b"/>
              <a:pathLst>
                <a:path w="0" h="660400">
                  <a:moveTo>
                    <a:pt x="0" y="0"/>
                  </a:moveTo>
                  <a:lnTo>
                    <a:pt x="0" y="660038"/>
                  </a:lnTo>
                </a:path>
              </a:pathLst>
            </a:custGeom>
            <a:ln w="38100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573627" y="6324919"/>
              <a:ext cx="152400" cy="152400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573627" y="6763069"/>
              <a:ext cx="152400" cy="152400"/>
            </a:xfrm>
            <a:prstGeom prst="rect">
              <a:avLst/>
            </a:prstGeom>
          </p:spPr>
        </p:pic>
      </p:grpSp>
      <p:grpSp>
        <p:nvGrpSpPr>
          <p:cNvPr id="19" name="object 19"/>
          <p:cNvGrpSpPr/>
          <p:nvPr/>
        </p:nvGrpSpPr>
        <p:grpSpPr>
          <a:xfrm>
            <a:off x="984478" y="7350730"/>
            <a:ext cx="5511800" cy="1270635"/>
            <a:chOff x="984478" y="7350730"/>
            <a:chExt cx="5511800" cy="1270635"/>
          </a:xfrm>
        </p:grpSpPr>
        <p:sp>
          <p:nvSpPr>
            <p:cNvPr id="20" name="object 20"/>
            <p:cNvSpPr/>
            <p:nvPr/>
          </p:nvSpPr>
          <p:spPr>
            <a:xfrm>
              <a:off x="984478" y="7350730"/>
              <a:ext cx="5511800" cy="1270635"/>
            </a:xfrm>
            <a:custGeom>
              <a:avLst/>
              <a:gdLst/>
              <a:ahLst/>
              <a:cxnLst/>
              <a:rect l="l" t="t" r="r" b="b"/>
              <a:pathLst>
                <a:path w="5511800" h="1270634">
                  <a:moveTo>
                    <a:pt x="5225882" y="1270577"/>
                  </a:moveTo>
                  <a:lnTo>
                    <a:pt x="285750" y="1270577"/>
                  </a:lnTo>
                  <a:lnTo>
                    <a:pt x="239399" y="1266837"/>
                  </a:lnTo>
                  <a:lnTo>
                    <a:pt x="195430" y="1256009"/>
                  </a:lnTo>
                  <a:lnTo>
                    <a:pt x="154431" y="1238682"/>
                  </a:lnTo>
                  <a:lnTo>
                    <a:pt x="116989" y="1215444"/>
                  </a:lnTo>
                  <a:lnTo>
                    <a:pt x="83694" y="1186883"/>
                  </a:lnTo>
                  <a:lnTo>
                    <a:pt x="55133" y="1153587"/>
                  </a:lnTo>
                  <a:lnTo>
                    <a:pt x="31894" y="1116146"/>
                  </a:lnTo>
                  <a:lnTo>
                    <a:pt x="14567" y="1075146"/>
                  </a:lnTo>
                  <a:lnTo>
                    <a:pt x="3739" y="1031177"/>
                  </a:lnTo>
                  <a:lnTo>
                    <a:pt x="0" y="984827"/>
                  </a:lnTo>
                  <a:lnTo>
                    <a:pt x="0" y="285750"/>
                  </a:lnTo>
                  <a:lnTo>
                    <a:pt x="3739" y="239399"/>
                  </a:lnTo>
                  <a:lnTo>
                    <a:pt x="14567" y="195430"/>
                  </a:lnTo>
                  <a:lnTo>
                    <a:pt x="31894" y="154431"/>
                  </a:lnTo>
                  <a:lnTo>
                    <a:pt x="55133" y="116989"/>
                  </a:lnTo>
                  <a:lnTo>
                    <a:pt x="83694" y="83694"/>
                  </a:lnTo>
                  <a:lnTo>
                    <a:pt x="116989" y="55133"/>
                  </a:lnTo>
                  <a:lnTo>
                    <a:pt x="154431" y="31894"/>
                  </a:lnTo>
                  <a:lnTo>
                    <a:pt x="195430" y="14567"/>
                  </a:lnTo>
                  <a:lnTo>
                    <a:pt x="239399" y="3739"/>
                  </a:lnTo>
                  <a:lnTo>
                    <a:pt x="285750" y="0"/>
                  </a:lnTo>
                  <a:lnTo>
                    <a:pt x="5225882" y="0"/>
                  </a:lnTo>
                  <a:lnTo>
                    <a:pt x="5272235" y="3739"/>
                  </a:lnTo>
                  <a:lnTo>
                    <a:pt x="5316205" y="14567"/>
                  </a:lnTo>
                  <a:lnTo>
                    <a:pt x="5357205" y="31894"/>
                  </a:lnTo>
                  <a:lnTo>
                    <a:pt x="5394647" y="55133"/>
                  </a:lnTo>
                  <a:lnTo>
                    <a:pt x="5427942" y="83694"/>
                  </a:lnTo>
                  <a:lnTo>
                    <a:pt x="5456502" y="116989"/>
                  </a:lnTo>
                  <a:lnTo>
                    <a:pt x="5479739" y="154431"/>
                  </a:lnTo>
                  <a:lnTo>
                    <a:pt x="5497065" y="195430"/>
                  </a:lnTo>
                  <a:lnTo>
                    <a:pt x="5507892" y="239399"/>
                  </a:lnTo>
                  <a:lnTo>
                    <a:pt x="5511632" y="285750"/>
                  </a:lnTo>
                  <a:lnTo>
                    <a:pt x="5511632" y="984827"/>
                  </a:lnTo>
                  <a:lnTo>
                    <a:pt x="5507892" y="1031177"/>
                  </a:lnTo>
                  <a:lnTo>
                    <a:pt x="5497065" y="1075146"/>
                  </a:lnTo>
                  <a:lnTo>
                    <a:pt x="5479739" y="1116146"/>
                  </a:lnTo>
                  <a:lnTo>
                    <a:pt x="5456502" y="1153587"/>
                  </a:lnTo>
                  <a:lnTo>
                    <a:pt x="5427942" y="1186883"/>
                  </a:lnTo>
                  <a:lnTo>
                    <a:pt x="5394647" y="1215444"/>
                  </a:lnTo>
                  <a:lnTo>
                    <a:pt x="5357205" y="1238682"/>
                  </a:lnTo>
                  <a:lnTo>
                    <a:pt x="5316205" y="1256009"/>
                  </a:lnTo>
                  <a:lnTo>
                    <a:pt x="5272235" y="1266837"/>
                  </a:lnTo>
                  <a:lnTo>
                    <a:pt x="5225882" y="1270577"/>
                  </a:lnTo>
                  <a:close/>
                </a:path>
              </a:pathLst>
            </a:custGeom>
            <a:solidFill>
              <a:srgbClr val="FFFFFF">
                <a:alpha val="369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3187384" y="7656057"/>
              <a:ext cx="0" cy="660400"/>
            </a:xfrm>
            <a:custGeom>
              <a:avLst/>
              <a:gdLst/>
              <a:ahLst/>
              <a:cxnLst/>
              <a:rect l="l" t="t" r="r" b="b"/>
              <a:pathLst>
                <a:path w="0" h="660400">
                  <a:moveTo>
                    <a:pt x="0" y="0"/>
                  </a:moveTo>
                  <a:lnTo>
                    <a:pt x="0" y="660038"/>
                  </a:lnTo>
                </a:path>
              </a:pathLst>
            </a:custGeom>
            <a:ln w="38100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22" name="object 2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345027" y="7710205"/>
              <a:ext cx="76200" cy="76200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345027" y="7919755"/>
              <a:ext cx="76200" cy="76200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345027" y="8129305"/>
              <a:ext cx="76200" cy="76200"/>
            </a:xfrm>
            <a:prstGeom prst="rect">
              <a:avLst/>
            </a:prstGeom>
          </p:spPr>
        </p:pic>
      </p:grpSp>
      <p:sp>
        <p:nvSpPr>
          <p:cNvPr id="25" name="object 25"/>
          <p:cNvSpPr txBox="1"/>
          <p:nvPr/>
        </p:nvSpPr>
        <p:spPr>
          <a:xfrm>
            <a:off x="3538752" y="6091620"/>
            <a:ext cx="2782570" cy="2197735"/>
          </a:xfrm>
          <a:prstGeom prst="rect">
            <a:avLst/>
          </a:prstGeom>
        </p:spPr>
        <p:txBody>
          <a:bodyPr wrap="square" lIns="0" tIns="101600" rIns="0" bIns="0" rtlCol="0" vert="horz">
            <a:spAutoFit/>
          </a:bodyPr>
          <a:lstStyle/>
          <a:p>
            <a:pPr marL="400685" marR="1652905">
              <a:lnSpc>
                <a:spcPts val="3450"/>
              </a:lnSpc>
              <a:spcBef>
                <a:spcPts val="800"/>
              </a:spcBef>
            </a:pPr>
            <a:r>
              <a:rPr dirty="0" sz="3450" spc="-90">
                <a:solidFill>
                  <a:srgbClr val="FFFFFF"/>
                </a:solidFill>
                <a:latin typeface="Lucida Sans Unicode"/>
                <a:cs typeface="Lucida Sans Unicode"/>
              </a:rPr>
              <a:t>YES </a:t>
            </a:r>
            <a:r>
              <a:rPr dirty="0" sz="3450" spc="-25">
                <a:solidFill>
                  <a:srgbClr val="FFFFFF"/>
                </a:solidFill>
                <a:latin typeface="Lucida Sans Unicode"/>
                <a:cs typeface="Lucida Sans Unicode"/>
              </a:rPr>
              <a:t>NO</a:t>
            </a:r>
            <a:endParaRPr sz="3450">
              <a:latin typeface="Lucida Sans Unicode"/>
              <a:cs typeface="Lucida Sans Unicode"/>
            </a:endParaRPr>
          </a:p>
          <a:p>
            <a:pPr marL="12700">
              <a:lnSpc>
                <a:spcPts val="1814"/>
              </a:lnSpc>
              <a:spcBef>
                <a:spcPts val="4220"/>
              </a:spcBef>
            </a:pPr>
            <a:r>
              <a:rPr dirty="0" sz="1650" spc="-10">
                <a:solidFill>
                  <a:srgbClr val="FFFFFF"/>
                </a:solidFill>
                <a:latin typeface="Lucida Sans Unicode"/>
                <a:cs typeface="Lucida Sans Unicode"/>
              </a:rPr>
              <a:t>SALES</a:t>
            </a:r>
            <a:endParaRPr sz="1650">
              <a:latin typeface="Lucida Sans Unicode"/>
              <a:cs typeface="Lucida Sans Unicode"/>
            </a:endParaRPr>
          </a:p>
          <a:p>
            <a:pPr marL="12700" marR="5080">
              <a:lnSpc>
                <a:spcPts val="1650"/>
              </a:lnSpc>
              <a:spcBef>
                <a:spcPts val="165"/>
              </a:spcBef>
            </a:pPr>
            <a:r>
              <a:rPr dirty="0" sz="1650" spc="-45">
                <a:solidFill>
                  <a:srgbClr val="FFFFFF"/>
                </a:solidFill>
                <a:latin typeface="Lucida Sans Unicode"/>
                <a:cs typeface="Lucida Sans Unicode"/>
              </a:rPr>
              <a:t>HUMAN</a:t>
            </a:r>
            <a:r>
              <a:rPr dirty="0" sz="1650" spc="-5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650" spc="-10">
                <a:solidFill>
                  <a:srgbClr val="FFFFFF"/>
                </a:solidFill>
                <a:latin typeface="Lucida Sans Unicode"/>
                <a:cs typeface="Lucida Sans Unicode"/>
              </a:rPr>
              <a:t>RECOURCES RESEARCH</a:t>
            </a:r>
            <a:r>
              <a:rPr dirty="0" sz="1650" spc="-8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650" spc="65">
                <a:solidFill>
                  <a:srgbClr val="FFFFFF"/>
                </a:solidFill>
                <a:latin typeface="Lucida Sans Unicode"/>
                <a:cs typeface="Lucida Sans Unicode"/>
              </a:rPr>
              <a:t>&amp;</a:t>
            </a:r>
            <a:r>
              <a:rPr dirty="0" sz="1650" spc="-8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650" spc="-40">
                <a:solidFill>
                  <a:srgbClr val="FFFFFF"/>
                </a:solidFill>
                <a:latin typeface="Lucida Sans Unicode"/>
                <a:cs typeface="Lucida Sans Unicode"/>
              </a:rPr>
              <a:t>DEVELOPMENT</a:t>
            </a:r>
            <a:endParaRPr sz="1650">
              <a:latin typeface="Lucida Sans Unicode"/>
              <a:cs typeface="Lucida Sans Unicode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984478" y="8716556"/>
            <a:ext cx="5511800" cy="1270635"/>
          </a:xfrm>
          <a:custGeom>
            <a:avLst/>
            <a:gdLst/>
            <a:ahLst/>
            <a:cxnLst/>
            <a:rect l="l" t="t" r="r" b="b"/>
            <a:pathLst>
              <a:path w="5511800" h="1270634">
                <a:moveTo>
                  <a:pt x="5225882" y="1270578"/>
                </a:moveTo>
                <a:lnTo>
                  <a:pt x="285750" y="1270578"/>
                </a:lnTo>
                <a:lnTo>
                  <a:pt x="239399" y="1266837"/>
                </a:lnTo>
                <a:lnTo>
                  <a:pt x="195430" y="1256010"/>
                </a:lnTo>
                <a:lnTo>
                  <a:pt x="154431" y="1238682"/>
                </a:lnTo>
                <a:lnTo>
                  <a:pt x="116989" y="1215444"/>
                </a:lnTo>
                <a:lnTo>
                  <a:pt x="83694" y="1186882"/>
                </a:lnTo>
                <a:lnTo>
                  <a:pt x="55133" y="1153587"/>
                </a:lnTo>
                <a:lnTo>
                  <a:pt x="31894" y="1116145"/>
                </a:lnTo>
                <a:lnTo>
                  <a:pt x="14567" y="1075146"/>
                </a:lnTo>
                <a:lnTo>
                  <a:pt x="3739" y="1031177"/>
                </a:lnTo>
                <a:lnTo>
                  <a:pt x="0" y="984828"/>
                </a:lnTo>
                <a:lnTo>
                  <a:pt x="0" y="285750"/>
                </a:lnTo>
                <a:lnTo>
                  <a:pt x="3739" y="239399"/>
                </a:lnTo>
                <a:lnTo>
                  <a:pt x="14567" y="195430"/>
                </a:lnTo>
                <a:lnTo>
                  <a:pt x="31894" y="154431"/>
                </a:lnTo>
                <a:lnTo>
                  <a:pt x="55133" y="116989"/>
                </a:lnTo>
                <a:lnTo>
                  <a:pt x="83694" y="83694"/>
                </a:lnTo>
                <a:lnTo>
                  <a:pt x="116989" y="55133"/>
                </a:lnTo>
                <a:lnTo>
                  <a:pt x="154431" y="31894"/>
                </a:lnTo>
                <a:lnTo>
                  <a:pt x="195430" y="14567"/>
                </a:lnTo>
                <a:lnTo>
                  <a:pt x="239399" y="3739"/>
                </a:lnTo>
                <a:lnTo>
                  <a:pt x="285750" y="0"/>
                </a:lnTo>
                <a:lnTo>
                  <a:pt x="5225882" y="0"/>
                </a:lnTo>
                <a:lnTo>
                  <a:pt x="5272235" y="3739"/>
                </a:lnTo>
                <a:lnTo>
                  <a:pt x="5316205" y="14567"/>
                </a:lnTo>
                <a:lnTo>
                  <a:pt x="5357205" y="31894"/>
                </a:lnTo>
                <a:lnTo>
                  <a:pt x="5394647" y="55133"/>
                </a:lnTo>
                <a:lnTo>
                  <a:pt x="5427942" y="83694"/>
                </a:lnTo>
                <a:lnTo>
                  <a:pt x="5456502" y="116989"/>
                </a:lnTo>
                <a:lnTo>
                  <a:pt x="5479739" y="154431"/>
                </a:lnTo>
                <a:lnTo>
                  <a:pt x="5497065" y="195430"/>
                </a:lnTo>
                <a:lnTo>
                  <a:pt x="5507892" y="239399"/>
                </a:lnTo>
                <a:lnTo>
                  <a:pt x="5511632" y="285750"/>
                </a:lnTo>
                <a:lnTo>
                  <a:pt x="5511632" y="984828"/>
                </a:lnTo>
                <a:lnTo>
                  <a:pt x="5507892" y="1031177"/>
                </a:lnTo>
                <a:lnTo>
                  <a:pt x="5497065" y="1075146"/>
                </a:lnTo>
                <a:lnTo>
                  <a:pt x="5479739" y="1116145"/>
                </a:lnTo>
                <a:lnTo>
                  <a:pt x="5456502" y="1153587"/>
                </a:lnTo>
                <a:lnTo>
                  <a:pt x="5427942" y="1186882"/>
                </a:lnTo>
                <a:lnTo>
                  <a:pt x="5394647" y="1215444"/>
                </a:lnTo>
                <a:lnTo>
                  <a:pt x="5357205" y="1238682"/>
                </a:lnTo>
                <a:lnTo>
                  <a:pt x="5316205" y="1256010"/>
                </a:lnTo>
                <a:lnTo>
                  <a:pt x="5272235" y="1266837"/>
                </a:lnTo>
                <a:lnTo>
                  <a:pt x="5225882" y="1270578"/>
                </a:lnTo>
                <a:close/>
              </a:path>
            </a:pathLst>
          </a:custGeom>
          <a:solidFill>
            <a:srgbClr val="FFFFFF">
              <a:alpha val="36999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27" name="object 27"/>
          <p:cNvSpPr txBox="1"/>
          <p:nvPr/>
        </p:nvSpPr>
        <p:spPr>
          <a:xfrm>
            <a:off x="1279845" y="7563956"/>
            <a:ext cx="1632585" cy="2329180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4350" spc="-35">
                <a:solidFill>
                  <a:srgbClr val="D1B999"/>
                </a:solidFill>
                <a:latin typeface="Times New Roman"/>
                <a:cs typeface="Times New Roman"/>
              </a:rPr>
              <a:t>Depart.</a:t>
            </a:r>
            <a:endParaRPr sz="4350">
              <a:latin typeface="Times New Roman"/>
              <a:cs typeface="Times New Roman"/>
            </a:endParaRPr>
          </a:p>
          <a:p>
            <a:pPr marL="24130" marR="318770">
              <a:lnSpc>
                <a:spcPct val="116199"/>
              </a:lnSpc>
              <a:spcBef>
                <a:spcPts val="2835"/>
              </a:spcBef>
            </a:pPr>
            <a:r>
              <a:rPr dirty="0" sz="3600" spc="-85">
                <a:solidFill>
                  <a:srgbClr val="D1B999"/>
                </a:solidFill>
                <a:latin typeface="Times New Roman"/>
                <a:cs typeface="Times New Roman"/>
              </a:rPr>
              <a:t>Marital </a:t>
            </a:r>
            <a:r>
              <a:rPr dirty="0" sz="3600" spc="-55">
                <a:solidFill>
                  <a:srgbClr val="D1B999"/>
                </a:solidFill>
                <a:latin typeface="Times New Roman"/>
                <a:cs typeface="Times New Roman"/>
              </a:rPr>
              <a:t>Statues</a:t>
            </a:r>
            <a:endParaRPr sz="3600">
              <a:latin typeface="Times New Roman"/>
              <a:cs typeface="Times New Roman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3130235" y="8966499"/>
            <a:ext cx="415290" cy="830580"/>
            <a:chOff x="3130235" y="8966499"/>
            <a:chExt cx="415290" cy="830580"/>
          </a:xfrm>
        </p:grpSpPr>
        <p:pic>
          <p:nvPicPr>
            <p:cNvPr id="29" name="object 2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440277" y="8966499"/>
              <a:ext cx="104775" cy="104775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440277" y="9261774"/>
              <a:ext cx="104775" cy="104775"/>
            </a:xfrm>
            <a:prstGeom prst="rect">
              <a:avLst/>
            </a:prstGeom>
          </p:spPr>
        </p:pic>
        <p:pic>
          <p:nvPicPr>
            <p:cNvPr id="31" name="object 3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440277" y="9557049"/>
              <a:ext cx="104775" cy="104775"/>
            </a:xfrm>
            <a:prstGeom prst="rect">
              <a:avLst/>
            </a:prstGeom>
          </p:spPr>
        </p:pic>
        <p:sp>
          <p:nvSpPr>
            <p:cNvPr id="32" name="object 32"/>
            <p:cNvSpPr/>
            <p:nvPr/>
          </p:nvSpPr>
          <p:spPr>
            <a:xfrm>
              <a:off x="3149285" y="9136623"/>
              <a:ext cx="0" cy="660400"/>
            </a:xfrm>
            <a:custGeom>
              <a:avLst/>
              <a:gdLst/>
              <a:ahLst/>
              <a:cxnLst/>
              <a:rect l="l" t="t" r="r" b="b"/>
              <a:pathLst>
                <a:path w="0" h="660400">
                  <a:moveTo>
                    <a:pt x="0" y="0"/>
                  </a:moveTo>
                  <a:lnTo>
                    <a:pt x="0" y="660038"/>
                  </a:lnTo>
                </a:path>
              </a:pathLst>
            </a:custGeom>
            <a:ln w="38100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3" name="object 33"/>
          <p:cNvSpPr txBox="1"/>
          <p:nvPr/>
        </p:nvSpPr>
        <p:spPr>
          <a:xfrm>
            <a:off x="3689961" y="8806161"/>
            <a:ext cx="1510665" cy="975994"/>
          </a:xfrm>
          <a:prstGeom prst="rect">
            <a:avLst/>
          </a:prstGeom>
        </p:spPr>
        <p:txBody>
          <a:bodyPr wrap="square" lIns="0" tIns="75565" rIns="0" bIns="0" rtlCol="0" vert="horz">
            <a:spAutoFit/>
          </a:bodyPr>
          <a:lstStyle/>
          <a:p>
            <a:pPr marL="12700" marR="5080">
              <a:lnSpc>
                <a:spcPts val="2330"/>
              </a:lnSpc>
              <a:spcBef>
                <a:spcPts val="595"/>
              </a:spcBef>
            </a:pPr>
            <a:r>
              <a:rPr dirty="0" sz="2350" spc="-10">
                <a:solidFill>
                  <a:srgbClr val="FFFFFF"/>
                </a:solidFill>
                <a:latin typeface="Lucida Sans Unicode"/>
                <a:cs typeface="Lucida Sans Unicode"/>
              </a:rPr>
              <a:t>SINGLE MARRIED </a:t>
            </a:r>
            <a:r>
              <a:rPr dirty="0" sz="2350" spc="-45">
                <a:solidFill>
                  <a:srgbClr val="FFFFFF"/>
                </a:solidFill>
                <a:latin typeface="Lucida Sans Unicode"/>
                <a:cs typeface="Lucida Sans Unicode"/>
              </a:rPr>
              <a:t>DIVORCED</a:t>
            </a:r>
            <a:endParaRPr sz="2350">
              <a:latin typeface="Lucida Sans Unicode"/>
              <a:cs typeface="Lucida Sans Unicode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6696130" y="5984903"/>
            <a:ext cx="4826635" cy="4002404"/>
            <a:chOff x="6696130" y="5984903"/>
            <a:chExt cx="4826635" cy="4002404"/>
          </a:xfrm>
        </p:grpSpPr>
        <p:sp>
          <p:nvSpPr>
            <p:cNvPr id="35" name="object 35"/>
            <p:cNvSpPr/>
            <p:nvPr/>
          </p:nvSpPr>
          <p:spPr>
            <a:xfrm>
              <a:off x="6696130" y="5984903"/>
              <a:ext cx="4826635" cy="4002404"/>
            </a:xfrm>
            <a:custGeom>
              <a:avLst/>
              <a:gdLst/>
              <a:ahLst/>
              <a:cxnLst/>
              <a:rect l="l" t="t" r="r" b="b"/>
              <a:pathLst>
                <a:path w="4826634" h="4002404">
                  <a:moveTo>
                    <a:pt x="4540777" y="4002234"/>
                  </a:moveTo>
                  <a:lnTo>
                    <a:pt x="285750" y="4002234"/>
                  </a:lnTo>
                  <a:lnTo>
                    <a:pt x="239399" y="3998494"/>
                  </a:lnTo>
                  <a:lnTo>
                    <a:pt x="195430" y="3987667"/>
                  </a:lnTo>
                  <a:lnTo>
                    <a:pt x="154431" y="3970341"/>
                  </a:lnTo>
                  <a:lnTo>
                    <a:pt x="116989" y="3947103"/>
                  </a:lnTo>
                  <a:lnTo>
                    <a:pt x="83694" y="3918543"/>
                  </a:lnTo>
                  <a:lnTo>
                    <a:pt x="55133" y="3885248"/>
                  </a:lnTo>
                  <a:lnTo>
                    <a:pt x="31894" y="3847807"/>
                  </a:lnTo>
                  <a:lnTo>
                    <a:pt x="14567" y="3806807"/>
                  </a:lnTo>
                  <a:lnTo>
                    <a:pt x="3739" y="3762836"/>
                  </a:lnTo>
                  <a:lnTo>
                    <a:pt x="0" y="3716484"/>
                  </a:lnTo>
                  <a:lnTo>
                    <a:pt x="0" y="285749"/>
                  </a:lnTo>
                  <a:lnTo>
                    <a:pt x="3739" y="239399"/>
                  </a:lnTo>
                  <a:lnTo>
                    <a:pt x="14567" y="195430"/>
                  </a:lnTo>
                  <a:lnTo>
                    <a:pt x="31894" y="154431"/>
                  </a:lnTo>
                  <a:lnTo>
                    <a:pt x="55133" y="116989"/>
                  </a:lnTo>
                  <a:lnTo>
                    <a:pt x="83694" y="83694"/>
                  </a:lnTo>
                  <a:lnTo>
                    <a:pt x="116989" y="55133"/>
                  </a:lnTo>
                  <a:lnTo>
                    <a:pt x="154431" y="31894"/>
                  </a:lnTo>
                  <a:lnTo>
                    <a:pt x="195430" y="14567"/>
                  </a:lnTo>
                  <a:lnTo>
                    <a:pt x="239399" y="3739"/>
                  </a:lnTo>
                  <a:lnTo>
                    <a:pt x="285750" y="0"/>
                  </a:lnTo>
                  <a:lnTo>
                    <a:pt x="4540777" y="0"/>
                  </a:lnTo>
                  <a:lnTo>
                    <a:pt x="4587122" y="3739"/>
                  </a:lnTo>
                  <a:lnTo>
                    <a:pt x="4631088" y="14567"/>
                  </a:lnTo>
                  <a:lnTo>
                    <a:pt x="4672086" y="31894"/>
                  </a:lnTo>
                  <a:lnTo>
                    <a:pt x="4709528" y="55133"/>
                  </a:lnTo>
                  <a:lnTo>
                    <a:pt x="4742825" y="83694"/>
                  </a:lnTo>
                  <a:lnTo>
                    <a:pt x="4771388" y="116989"/>
                  </a:lnTo>
                  <a:lnTo>
                    <a:pt x="4794628" y="154431"/>
                  </a:lnTo>
                  <a:lnTo>
                    <a:pt x="4811957" y="195430"/>
                  </a:lnTo>
                  <a:lnTo>
                    <a:pt x="4822786" y="239399"/>
                  </a:lnTo>
                  <a:lnTo>
                    <a:pt x="4826527" y="285749"/>
                  </a:lnTo>
                  <a:lnTo>
                    <a:pt x="4826527" y="3716484"/>
                  </a:lnTo>
                  <a:lnTo>
                    <a:pt x="4822786" y="3762836"/>
                  </a:lnTo>
                  <a:lnTo>
                    <a:pt x="4811957" y="3806807"/>
                  </a:lnTo>
                  <a:lnTo>
                    <a:pt x="4794628" y="3847807"/>
                  </a:lnTo>
                  <a:lnTo>
                    <a:pt x="4771388" y="3885248"/>
                  </a:lnTo>
                  <a:lnTo>
                    <a:pt x="4742825" y="3918543"/>
                  </a:lnTo>
                  <a:lnTo>
                    <a:pt x="4709528" y="3947103"/>
                  </a:lnTo>
                  <a:lnTo>
                    <a:pt x="4672086" y="3970341"/>
                  </a:lnTo>
                  <a:lnTo>
                    <a:pt x="4631088" y="3987667"/>
                  </a:lnTo>
                  <a:lnTo>
                    <a:pt x="4587122" y="3998494"/>
                  </a:lnTo>
                  <a:lnTo>
                    <a:pt x="4540777" y="4002234"/>
                  </a:lnTo>
                  <a:close/>
                </a:path>
              </a:pathLst>
            </a:custGeom>
            <a:solidFill>
              <a:srgbClr val="FFFFFF">
                <a:alpha val="369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36" name="object 3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987996" y="7065949"/>
              <a:ext cx="104775" cy="104775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987996" y="7361224"/>
              <a:ext cx="104775" cy="104775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987996" y="7656499"/>
              <a:ext cx="104775" cy="104775"/>
            </a:xfrm>
            <a:prstGeom prst="rect">
              <a:avLst/>
            </a:prstGeom>
          </p:spPr>
        </p:pic>
        <p:pic>
          <p:nvPicPr>
            <p:cNvPr id="39" name="object 3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987996" y="7951774"/>
              <a:ext cx="104775" cy="104775"/>
            </a:xfrm>
            <a:prstGeom prst="rect">
              <a:avLst/>
            </a:prstGeom>
          </p:spPr>
        </p:pic>
        <p:pic>
          <p:nvPicPr>
            <p:cNvPr id="40" name="object 4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987996" y="8247049"/>
              <a:ext cx="104775" cy="104775"/>
            </a:xfrm>
            <a:prstGeom prst="rect">
              <a:avLst/>
            </a:prstGeom>
          </p:spPr>
        </p:pic>
        <p:pic>
          <p:nvPicPr>
            <p:cNvPr id="41" name="object 4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987996" y="8542324"/>
              <a:ext cx="104775" cy="104775"/>
            </a:xfrm>
            <a:prstGeom prst="rect">
              <a:avLst/>
            </a:prstGeom>
          </p:spPr>
        </p:pic>
        <p:pic>
          <p:nvPicPr>
            <p:cNvPr id="42" name="object 4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987996" y="8837599"/>
              <a:ext cx="104775" cy="104775"/>
            </a:xfrm>
            <a:prstGeom prst="rect">
              <a:avLst/>
            </a:prstGeom>
          </p:spPr>
        </p:pic>
        <p:pic>
          <p:nvPicPr>
            <p:cNvPr id="43" name="object 43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6987996" y="9132874"/>
              <a:ext cx="104775" cy="104775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987996" y="9428149"/>
              <a:ext cx="104775" cy="104775"/>
            </a:xfrm>
            <a:prstGeom prst="rect">
              <a:avLst/>
            </a:prstGeom>
          </p:spPr>
        </p:pic>
      </p:grpSp>
      <p:sp>
        <p:nvSpPr>
          <p:cNvPr id="45" name="object 45"/>
          <p:cNvSpPr txBox="1"/>
          <p:nvPr/>
        </p:nvSpPr>
        <p:spPr>
          <a:xfrm>
            <a:off x="6841947" y="5688424"/>
            <a:ext cx="4378325" cy="3964940"/>
          </a:xfrm>
          <a:prstGeom prst="rect">
            <a:avLst/>
          </a:prstGeom>
        </p:spPr>
        <p:txBody>
          <a:bodyPr wrap="square" lIns="0" tIns="37401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2945"/>
              </a:spcBef>
            </a:pPr>
            <a:r>
              <a:rPr dirty="0" sz="4350" spc="-175">
                <a:solidFill>
                  <a:srgbClr val="D1B999"/>
                </a:solidFill>
                <a:latin typeface="Times New Roman"/>
                <a:cs typeface="Times New Roman"/>
              </a:rPr>
              <a:t>Job</a:t>
            </a:r>
            <a:r>
              <a:rPr dirty="0" sz="4350" spc="-215">
                <a:solidFill>
                  <a:srgbClr val="D1B999"/>
                </a:solidFill>
                <a:latin typeface="Times New Roman"/>
                <a:cs typeface="Times New Roman"/>
              </a:rPr>
              <a:t> </a:t>
            </a:r>
            <a:r>
              <a:rPr dirty="0" sz="4350" spc="-295">
                <a:solidFill>
                  <a:srgbClr val="D1B999"/>
                </a:solidFill>
                <a:latin typeface="Times New Roman"/>
                <a:cs typeface="Times New Roman"/>
              </a:rPr>
              <a:t>Role</a:t>
            </a:r>
            <a:endParaRPr sz="4350">
              <a:latin typeface="Times New Roman"/>
              <a:cs typeface="Times New Roman"/>
            </a:endParaRPr>
          </a:p>
          <a:p>
            <a:pPr marL="408305" marR="5080">
              <a:lnSpc>
                <a:spcPts val="2330"/>
              </a:lnSpc>
              <a:spcBef>
                <a:spcPts val="2014"/>
              </a:spcBef>
            </a:pPr>
            <a:r>
              <a:rPr dirty="0" sz="2350" spc="-110">
                <a:solidFill>
                  <a:srgbClr val="FFFFFF"/>
                </a:solidFill>
                <a:latin typeface="Lucida Sans Unicode"/>
                <a:cs typeface="Lucida Sans Unicode"/>
              </a:rPr>
              <a:t>HEALTHCARE</a:t>
            </a:r>
            <a:r>
              <a:rPr dirty="0" sz="2350" spc="-9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350" spc="-10">
                <a:solidFill>
                  <a:srgbClr val="FFFFFF"/>
                </a:solidFill>
                <a:latin typeface="Lucida Sans Unicode"/>
                <a:cs typeface="Lucida Sans Unicode"/>
              </a:rPr>
              <a:t>REPRESENT. </a:t>
            </a:r>
            <a:r>
              <a:rPr dirty="0" sz="2350" spc="-100">
                <a:solidFill>
                  <a:srgbClr val="FFFFFF"/>
                </a:solidFill>
                <a:latin typeface="Lucida Sans Unicode"/>
                <a:cs typeface="Lucida Sans Unicode"/>
              </a:rPr>
              <a:t>HUMAN</a:t>
            </a:r>
            <a:r>
              <a:rPr dirty="0" sz="2350" spc="-6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350" spc="-10">
                <a:solidFill>
                  <a:srgbClr val="FFFFFF"/>
                </a:solidFill>
                <a:latin typeface="Lucida Sans Unicode"/>
                <a:cs typeface="Lucida Sans Unicode"/>
              </a:rPr>
              <a:t>RESOURCES </a:t>
            </a:r>
            <a:r>
              <a:rPr dirty="0" sz="2350" spc="-95">
                <a:solidFill>
                  <a:srgbClr val="FFFFFF"/>
                </a:solidFill>
                <a:latin typeface="Lucida Sans Unicode"/>
                <a:cs typeface="Lucida Sans Unicode"/>
              </a:rPr>
              <a:t>LABORATORY</a:t>
            </a:r>
            <a:r>
              <a:rPr dirty="0" sz="2350" spc="-9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350" spc="-10">
                <a:solidFill>
                  <a:srgbClr val="FFFFFF"/>
                </a:solidFill>
                <a:latin typeface="Lucida Sans Unicode"/>
                <a:cs typeface="Lucida Sans Unicode"/>
              </a:rPr>
              <a:t>TECHNICIAN MANAGER </a:t>
            </a:r>
            <a:r>
              <a:rPr dirty="0" sz="2350" spc="-70">
                <a:solidFill>
                  <a:srgbClr val="FFFFFF"/>
                </a:solidFill>
                <a:latin typeface="Lucida Sans Unicode"/>
                <a:cs typeface="Lucida Sans Unicode"/>
              </a:rPr>
              <a:t>MANUFACTURING</a:t>
            </a:r>
            <a:r>
              <a:rPr dirty="0" sz="2350" spc="-8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350" spc="-70">
                <a:solidFill>
                  <a:srgbClr val="FFFFFF"/>
                </a:solidFill>
                <a:latin typeface="Lucida Sans Unicode"/>
                <a:cs typeface="Lucida Sans Unicode"/>
              </a:rPr>
              <a:t>DIRECTOR </a:t>
            </a:r>
            <a:r>
              <a:rPr dirty="0" sz="2350" spc="-40">
                <a:solidFill>
                  <a:srgbClr val="FFFFFF"/>
                </a:solidFill>
                <a:latin typeface="Lucida Sans Unicode"/>
                <a:cs typeface="Lucida Sans Unicode"/>
              </a:rPr>
              <a:t>RESEARCH</a:t>
            </a:r>
            <a:r>
              <a:rPr dirty="0" sz="2350" spc="-12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350" spc="-10">
                <a:solidFill>
                  <a:srgbClr val="FFFFFF"/>
                </a:solidFill>
                <a:latin typeface="Lucida Sans Unicode"/>
                <a:cs typeface="Lucida Sans Unicode"/>
              </a:rPr>
              <a:t>DIRECTOR </a:t>
            </a:r>
            <a:r>
              <a:rPr dirty="0" sz="2350" spc="-40">
                <a:solidFill>
                  <a:srgbClr val="FFFFFF"/>
                </a:solidFill>
                <a:latin typeface="Lucida Sans Unicode"/>
                <a:cs typeface="Lucida Sans Unicode"/>
              </a:rPr>
              <a:t>RESEARCH</a:t>
            </a:r>
            <a:r>
              <a:rPr dirty="0" sz="2350" spc="-12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350" spc="-10">
                <a:solidFill>
                  <a:srgbClr val="FFFFFF"/>
                </a:solidFill>
                <a:latin typeface="Lucida Sans Unicode"/>
                <a:cs typeface="Lucida Sans Unicode"/>
              </a:rPr>
              <a:t>SCIENTIST</a:t>
            </a:r>
            <a:endParaRPr sz="2350">
              <a:latin typeface="Lucida Sans Unicode"/>
              <a:cs typeface="Lucida Sans Unicode"/>
            </a:endParaRPr>
          </a:p>
          <a:p>
            <a:pPr marL="408305">
              <a:lnSpc>
                <a:spcPts val="2050"/>
              </a:lnSpc>
            </a:pPr>
            <a:r>
              <a:rPr dirty="0" sz="2350" spc="-55">
                <a:solidFill>
                  <a:srgbClr val="FFFFFF"/>
                </a:solidFill>
                <a:latin typeface="Lucida Sans Unicode"/>
                <a:cs typeface="Lucida Sans Unicode"/>
              </a:rPr>
              <a:t>SALES</a:t>
            </a:r>
            <a:r>
              <a:rPr dirty="0" sz="2350" spc="-10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350" spc="-10">
                <a:solidFill>
                  <a:srgbClr val="FFFFFF"/>
                </a:solidFill>
                <a:latin typeface="Lucida Sans Unicode"/>
                <a:cs typeface="Lucida Sans Unicode"/>
              </a:rPr>
              <a:t>EXECUTIVE</a:t>
            </a:r>
            <a:endParaRPr sz="2350">
              <a:latin typeface="Lucida Sans Unicode"/>
              <a:cs typeface="Lucida Sans Unicode"/>
            </a:endParaRPr>
          </a:p>
          <a:p>
            <a:pPr marL="408305">
              <a:lnSpc>
                <a:spcPts val="2570"/>
              </a:lnSpc>
            </a:pPr>
            <a:r>
              <a:rPr dirty="0" sz="2350" spc="-55">
                <a:solidFill>
                  <a:srgbClr val="FFFFFF"/>
                </a:solidFill>
                <a:latin typeface="Lucida Sans Unicode"/>
                <a:cs typeface="Lucida Sans Unicode"/>
              </a:rPr>
              <a:t>SALES</a:t>
            </a:r>
            <a:r>
              <a:rPr dirty="0" sz="2350" spc="-10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350" spc="-30">
                <a:solidFill>
                  <a:srgbClr val="FFFFFF"/>
                </a:solidFill>
                <a:latin typeface="Lucida Sans Unicode"/>
                <a:cs typeface="Lucida Sans Unicode"/>
              </a:rPr>
              <a:t>REPRESENTATIVE</a:t>
            </a:r>
            <a:endParaRPr sz="2350">
              <a:latin typeface="Lucida Sans Unicode"/>
              <a:cs typeface="Lucida Sans Unicode"/>
            </a:endParaRPr>
          </a:p>
        </p:txBody>
      </p:sp>
      <p:sp>
        <p:nvSpPr>
          <p:cNvPr id="46" name="object 46"/>
          <p:cNvSpPr/>
          <p:nvPr/>
        </p:nvSpPr>
        <p:spPr>
          <a:xfrm>
            <a:off x="11747671" y="6004905"/>
            <a:ext cx="6177915" cy="1270635"/>
          </a:xfrm>
          <a:custGeom>
            <a:avLst/>
            <a:gdLst/>
            <a:ahLst/>
            <a:cxnLst/>
            <a:rect l="l" t="t" r="r" b="b"/>
            <a:pathLst>
              <a:path w="6177915" h="1270634">
                <a:moveTo>
                  <a:pt x="5891987" y="1270575"/>
                </a:moveTo>
                <a:lnTo>
                  <a:pt x="285749" y="1270575"/>
                </a:lnTo>
                <a:lnTo>
                  <a:pt x="239399" y="1266835"/>
                </a:lnTo>
                <a:lnTo>
                  <a:pt x="195430" y="1256008"/>
                </a:lnTo>
                <a:lnTo>
                  <a:pt x="154431" y="1238681"/>
                </a:lnTo>
                <a:lnTo>
                  <a:pt x="116989" y="1215442"/>
                </a:lnTo>
                <a:lnTo>
                  <a:pt x="83694" y="1186881"/>
                </a:lnTo>
                <a:lnTo>
                  <a:pt x="55133" y="1153586"/>
                </a:lnTo>
                <a:lnTo>
                  <a:pt x="31894" y="1116144"/>
                </a:lnTo>
                <a:lnTo>
                  <a:pt x="14567" y="1075145"/>
                </a:lnTo>
                <a:lnTo>
                  <a:pt x="3739" y="1031176"/>
                </a:lnTo>
                <a:lnTo>
                  <a:pt x="0" y="984825"/>
                </a:lnTo>
                <a:lnTo>
                  <a:pt x="0" y="285749"/>
                </a:lnTo>
                <a:lnTo>
                  <a:pt x="3739" y="239399"/>
                </a:lnTo>
                <a:lnTo>
                  <a:pt x="14567" y="195430"/>
                </a:lnTo>
                <a:lnTo>
                  <a:pt x="31894" y="154431"/>
                </a:lnTo>
                <a:lnTo>
                  <a:pt x="55133" y="116989"/>
                </a:lnTo>
                <a:lnTo>
                  <a:pt x="83694" y="83694"/>
                </a:lnTo>
                <a:lnTo>
                  <a:pt x="116989" y="55133"/>
                </a:lnTo>
                <a:lnTo>
                  <a:pt x="154431" y="31894"/>
                </a:lnTo>
                <a:lnTo>
                  <a:pt x="195430" y="14567"/>
                </a:lnTo>
                <a:lnTo>
                  <a:pt x="239399" y="3739"/>
                </a:lnTo>
                <a:lnTo>
                  <a:pt x="285749" y="0"/>
                </a:lnTo>
                <a:lnTo>
                  <a:pt x="5891987" y="0"/>
                </a:lnTo>
                <a:lnTo>
                  <a:pt x="5938332" y="3739"/>
                </a:lnTo>
                <a:lnTo>
                  <a:pt x="5982298" y="14567"/>
                </a:lnTo>
                <a:lnTo>
                  <a:pt x="6023297" y="31894"/>
                </a:lnTo>
                <a:lnTo>
                  <a:pt x="6060739" y="55133"/>
                </a:lnTo>
                <a:lnTo>
                  <a:pt x="6094035" y="83694"/>
                </a:lnTo>
                <a:lnTo>
                  <a:pt x="6122598" y="116989"/>
                </a:lnTo>
                <a:lnTo>
                  <a:pt x="6145838" y="154431"/>
                </a:lnTo>
                <a:lnTo>
                  <a:pt x="6163168" y="195430"/>
                </a:lnTo>
                <a:lnTo>
                  <a:pt x="6173997" y="239399"/>
                </a:lnTo>
                <a:lnTo>
                  <a:pt x="6177737" y="285749"/>
                </a:lnTo>
                <a:lnTo>
                  <a:pt x="6177737" y="984825"/>
                </a:lnTo>
                <a:lnTo>
                  <a:pt x="6173997" y="1031176"/>
                </a:lnTo>
                <a:lnTo>
                  <a:pt x="6163168" y="1075145"/>
                </a:lnTo>
                <a:lnTo>
                  <a:pt x="6145838" y="1116144"/>
                </a:lnTo>
                <a:lnTo>
                  <a:pt x="6122598" y="1153586"/>
                </a:lnTo>
                <a:lnTo>
                  <a:pt x="6094035" y="1186881"/>
                </a:lnTo>
                <a:lnTo>
                  <a:pt x="6060739" y="1215442"/>
                </a:lnTo>
                <a:lnTo>
                  <a:pt x="6023297" y="1238681"/>
                </a:lnTo>
                <a:lnTo>
                  <a:pt x="5982298" y="1256008"/>
                </a:lnTo>
                <a:lnTo>
                  <a:pt x="5938332" y="1266835"/>
                </a:lnTo>
                <a:lnTo>
                  <a:pt x="5891987" y="1270575"/>
                </a:lnTo>
                <a:close/>
              </a:path>
            </a:pathLst>
          </a:custGeom>
          <a:solidFill>
            <a:srgbClr val="FFFFFF">
              <a:alpha val="16999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7" name="object 47"/>
          <p:cNvSpPr txBox="1"/>
          <p:nvPr/>
        </p:nvSpPr>
        <p:spPr>
          <a:xfrm>
            <a:off x="11895423" y="6226311"/>
            <a:ext cx="3435985" cy="694690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4350" spc="-114">
                <a:solidFill>
                  <a:srgbClr val="FFCA89"/>
                </a:solidFill>
                <a:latin typeface="Times New Roman"/>
                <a:cs typeface="Times New Roman"/>
              </a:rPr>
              <a:t>EmployeeCount</a:t>
            </a:r>
            <a:endParaRPr sz="4350">
              <a:latin typeface="Times New Roman"/>
              <a:cs typeface="Times New Roman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11770295" y="6291193"/>
            <a:ext cx="6154420" cy="2330450"/>
            <a:chOff x="11770295" y="6291193"/>
            <a:chExt cx="6154420" cy="2330450"/>
          </a:xfrm>
        </p:grpSpPr>
        <p:sp>
          <p:nvSpPr>
            <p:cNvPr id="49" name="object 49"/>
            <p:cNvSpPr/>
            <p:nvPr/>
          </p:nvSpPr>
          <p:spPr>
            <a:xfrm>
              <a:off x="15475579" y="6310243"/>
              <a:ext cx="0" cy="660400"/>
            </a:xfrm>
            <a:custGeom>
              <a:avLst/>
              <a:gdLst/>
              <a:ahLst/>
              <a:cxnLst/>
              <a:rect l="l" t="t" r="r" b="b"/>
              <a:pathLst>
                <a:path w="0" h="660400">
                  <a:moveTo>
                    <a:pt x="0" y="0"/>
                  </a:moveTo>
                  <a:lnTo>
                    <a:pt x="0" y="660038"/>
                  </a:lnTo>
                </a:path>
              </a:pathLst>
            </a:custGeom>
            <a:ln w="38100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50" name="object 5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5569793" y="6610974"/>
              <a:ext cx="152400" cy="152400"/>
            </a:xfrm>
            <a:prstGeom prst="rect">
              <a:avLst/>
            </a:prstGeom>
          </p:spPr>
        </p:pic>
        <p:sp>
          <p:nvSpPr>
            <p:cNvPr id="51" name="object 51"/>
            <p:cNvSpPr/>
            <p:nvPr/>
          </p:nvSpPr>
          <p:spPr>
            <a:xfrm>
              <a:off x="11770295" y="7350730"/>
              <a:ext cx="6154420" cy="1270635"/>
            </a:xfrm>
            <a:custGeom>
              <a:avLst/>
              <a:gdLst/>
              <a:ahLst/>
              <a:cxnLst/>
              <a:rect l="l" t="t" r="r" b="b"/>
              <a:pathLst>
                <a:path w="6154419" h="1270634">
                  <a:moveTo>
                    <a:pt x="5869364" y="1270574"/>
                  </a:moveTo>
                  <a:lnTo>
                    <a:pt x="285749" y="1270574"/>
                  </a:lnTo>
                  <a:lnTo>
                    <a:pt x="239399" y="1266837"/>
                  </a:lnTo>
                  <a:lnTo>
                    <a:pt x="195430" y="1256009"/>
                  </a:lnTo>
                  <a:lnTo>
                    <a:pt x="154431" y="1238682"/>
                  </a:lnTo>
                  <a:lnTo>
                    <a:pt x="116989" y="1215444"/>
                  </a:lnTo>
                  <a:lnTo>
                    <a:pt x="83694" y="1186883"/>
                  </a:lnTo>
                  <a:lnTo>
                    <a:pt x="55133" y="1153587"/>
                  </a:lnTo>
                  <a:lnTo>
                    <a:pt x="31894" y="1116146"/>
                  </a:lnTo>
                  <a:lnTo>
                    <a:pt x="14567" y="1075146"/>
                  </a:lnTo>
                  <a:lnTo>
                    <a:pt x="3739" y="1031177"/>
                  </a:lnTo>
                  <a:lnTo>
                    <a:pt x="0" y="984827"/>
                  </a:lnTo>
                  <a:lnTo>
                    <a:pt x="0" y="285750"/>
                  </a:lnTo>
                  <a:lnTo>
                    <a:pt x="3739" y="239399"/>
                  </a:lnTo>
                  <a:lnTo>
                    <a:pt x="14567" y="195430"/>
                  </a:lnTo>
                  <a:lnTo>
                    <a:pt x="31894" y="154431"/>
                  </a:lnTo>
                  <a:lnTo>
                    <a:pt x="55133" y="116989"/>
                  </a:lnTo>
                  <a:lnTo>
                    <a:pt x="83694" y="83694"/>
                  </a:lnTo>
                  <a:lnTo>
                    <a:pt x="116989" y="55133"/>
                  </a:lnTo>
                  <a:lnTo>
                    <a:pt x="154431" y="31894"/>
                  </a:lnTo>
                  <a:lnTo>
                    <a:pt x="195430" y="14567"/>
                  </a:lnTo>
                  <a:lnTo>
                    <a:pt x="239399" y="3739"/>
                  </a:lnTo>
                  <a:lnTo>
                    <a:pt x="285749" y="0"/>
                  </a:lnTo>
                  <a:lnTo>
                    <a:pt x="5869364" y="0"/>
                  </a:lnTo>
                  <a:lnTo>
                    <a:pt x="5915709" y="3739"/>
                  </a:lnTo>
                  <a:lnTo>
                    <a:pt x="5959675" y="14567"/>
                  </a:lnTo>
                  <a:lnTo>
                    <a:pt x="6000674" y="31894"/>
                  </a:lnTo>
                  <a:lnTo>
                    <a:pt x="6038115" y="55133"/>
                  </a:lnTo>
                  <a:lnTo>
                    <a:pt x="6071412" y="83694"/>
                  </a:lnTo>
                  <a:lnTo>
                    <a:pt x="6099975" y="116989"/>
                  </a:lnTo>
                  <a:lnTo>
                    <a:pt x="6123215" y="154431"/>
                  </a:lnTo>
                  <a:lnTo>
                    <a:pt x="6140544" y="195430"/>
                  </a:lnTo>
                  <a:lnTo>
                    <a:pt x="6151373" y="239399"/>
                  </a:lnTo>
                  <a:lnTo>
                    <a:pt x="6154343" y="276202"/>
                  </a:lnTo>
                  <a:lnTo>
                    <a:pt x="6154343" y="994375"/>
                  </a:lnTo>
                  <a:lnTo>
                    <a:pt x="6140544" y="1075146"/>
                  </a:lnTo>
                  <a:lnTo>
                    <a:pt x="6123215" y="1116146"/>
                  </a:lnTo>
                  <a:lnTo>
                    <a:pt x="6099975" y="1153587"/>
                  </a:lnTo>
                  <a:lnTo>
                    <a:pt x="6071412" y="1186883"/>
                  </a:lnTo>
                  <a:lnTo>
                    <a:pt x="6038115" y="1215444"/>
                  </a:lnTo>
                  <a:lnTo>
                    <a:pt x="6000674" y="1238682"/>
                  </a:lnTo>
                  <a:lnTo>
                    <a:pt x="5959675" y="1256009"/>
                  </a:lnTo>
                  <a:lnTo>
                    <a:pt x="5915709" y="1266837"/>
                  </a:lnTo>
                  <a:lnTo>
                    <a:pt x="5869364" y="1270574"/>
                  </a:lnTo>
                  <a:close/>
                </a:path>
              </a:pathLst>
            </a:custGeom>
            <a:solidFill>
              <a:srgbClr val="FFFFFF">
                <a:alpha val="16999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2" name="object 52"/>
          <p:cNvSpPr txBox="1"/>
          <p:nvPr/>
        </p:nvSpPr>
        <p:spPr>
          <a:xfrm>
            <a:off x="15923508" y="6377675"/>
            <a:ext cx="1355725" cy="5530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3450" spc="-1185">
                <a:solidFill>
                  <a:srgbClr val="FFFFFF"/>
                </a:solidFill>
                <a:latin typeface="Lucida Sans Unicode"/>
                <a:cs typeface="Lucida Sans Unicode"/>
              </a:rPr>
              <a:t>1</a:t>
            </a:r>
            <a:r>
              <a:rPr dirty="0" sz="3450" spc="-15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450" spc="-165">
                <a:solidFill>
                  <a:srgbClr val="FFFFFF"/>
                </a:solidFill>
                <a:latin typeface="Lucida Sans Unicode"/>
                <a:cs typeface="Lucida Sans Unicode"/>
              </a:rPr>
              <a:t>ONLY</a:t>
            </a:r>
            <a:endParaRPr sz="3450">
              <a:latin typeface="Lucida Sans Unicode"/>
              <a:cs typeface="Lucida Sans Unicode"/>
            </a:endParaRPr>
          </a:p>
        </p:txBody>
      </p:sp>
      <p:sp>
        <p:nvSpPr>
          <p:cNvPr id="53" name="object 53"/>
          <p:cNvSpPr txBox="1"/>
          <p:nvPr/>
        </p:nvSpPr>
        <p:spPr>
          <a:xfrm>
            <a:off x="12841224" y="7572125"/>
            <a:ext cx="1589405" cy="694690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4350" spc="-65">
                <a:solidFill>
                  <a:srgbClr val="FFCA89"/>
                </a:solidFill>
                <a:latin typeface="Times New Roman"/>
                <a:cs typeface="Times New Roman"/>
              </a:rPr>
              <a:t>Over</a:t>
            </a:r>
            <a:r>
              <a:rPr dirty="0" sz="4350" spc="-204">
                <a:solidFill>
                  <a:srgbClr val="FFCA89"/>
                </a:solidFill>
                <a:latin typeface="Times New Roman"/>
                <a:cs typeface="Times New Roman"/>
              </a:rPr>
              <a:t> </a:t>
            </a:r>
            <a:r>
              <a:rPr dirty="0" sz="4350" spc="-735">
                <a:solidFill>
                  <a:srgbClr val="FFCA89"/>
                </a:solidFill>
                <a:latin typeface="Times New Roman"/>
                <a:cs typeface="Times New Roman"/>
              </a:rPr>
              <a:t>18</a:t>
            </a:r>
            <a:endParaRPr sz="4350">
              <a:latin typeface="Times New Roman"/>
              <a:cs typeface="Times New Roman"/>
            </a:endParaRPr>
          </a:p>
        </p:txBody>
      </p:sp>
      <p:grpSp>
        <p:nvGrpSpPr>
          <p:cNvPr id="54" name="object 54"/>
          <p:cNvGrpSpPr/>
          <p:nvPr/>
        </p:nvGrpSpPr>
        <p:grpSpPr>
          <a:xfrm>
            <a:off x="11792918" y="7637007"/>
            <a:ext cx="6164580" cy="2322195"/>
            <a:chOff x="11792918" y="7637007"/>
            <a:chExt cx="6164580" cy="2322195"/>
          </a:xfrm>
        </p:grpSpPr>
        <p:sp>
          <p:nvSpPr>
            <p:cNvPr id="55" name="object 55"/>
            <p:cNvSpPr/>
            <p:nvPr/>
          </p:nvSpPr>
          <p:spPr>
            <a:xfrm>
              <a:off x="15498196" y="7656057"/>
              <a:ext cx="0" cy="660400"/>
            </a:xfrm>
            <a:custGeom>
              <a:avLst/>
              <a:gdLst/>
              <a:ahLst/>
              <a:cxnLst/>
              <a:rect l="l" t="t" r="r" b="b"/>
              <a:pathLst>
                <a:path w="0" h="660400">
                  <a:moveTo>
                    <a:pt x="0" y="0"/>
                  </a:moveTo>
                  <a:lnTo>
                    <a:pt x="0" y="660038"/>
                  </a:lnTo>
                </a:path>
              </a:pathLst>
            </a:custGeom>
            <a:ln w="38100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56" name="object 5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5592440" y="7956788"/>
              <a:ext cx="152400" cy="152400"/>
            </a:xfrm>
            <a:prstGeom prst="rect">
              <a:avLst/>
            </a:prstGeom>
          </p:spPr>
        </p:pic>
        <p:sp>
          <p:nvSpPr>
            <p:cNvPr id="57" name="object 57"/>
            <p:cNvSpPr/>
            <p:nvPr/>
          </p:nvSpPr>
          <p:spPr>
            <a:xfrm>
              <a:off x="11792918" y="8688393"/>
              <a:ext cx="6164580" cy="1270635"/>
            </a:xfrm>
            <a:custGeom>
              <a:avLst/>
              <a:gdLst/>
              <a:ahLst/>
              <a:cxnLst/>
              <a:rect l="l" t="t" r="r" b="b"/>
              <a:pathLst>
                <a:path w="6164580" h="1270634">
                  <a:moveTo>
                    <a:pt x="5880055" y="1270574"/>
                  </a:moveTo>
                  <a:lnTo>
                    <a:pt x="285750" y="1270574"/>
                  </a:lnTo>
                  <a:lnTo>
                    <a:pt x="239399" y="1266837"/>
                  </a:lnTo>
                  <a:lnTo>
                    <a:pt x="195430" y="1256010"/>
                  </a:lnTo>
                  <a:lnTo>
                    <a:pt x="154431" y="1238682"/>
                  </a:lnTo>
                  <a:lnTo>
                    <a:pt x="116989" y="1215444"/>
                  </a:lnTo>
                  <a:lnTo>
                    <a:pt x="83694" y="1186882"/>
                  </a:lnTo>
                  <a:lnTo>
                    <a:pt x="55133" y="1153587"/>
                  </a:lnTo>
                  <a:lnTo>
                    <a:pt x="31894" y="1116145"/>
                  </a:lnTo>
                  <a:lnTo>
                    <a:pt x="14567" y="1075146"/>
                  </a:lnTo>
                  <a:lnTo>
                    <a:pt x="3739" y="1031177"/>
                  </a:lnTo>
                  <a:lnTo>
                    <a:pt x="0" y="984827"/>
                  </a:lnTo>
                  <a:lnTo>
                    <a:pt x="0" y="285749"/>
                  </a:lnTo>
                  <a:lnTo>
                    <a:pt x="3739" y="239399"/>
                  </a:lnTo>
                  <a:lnTo>
                    <a:pt x="14567" y="195430"/>
                  </a:lnTo>
                  <a:lnTo>
                    <a:pt x="31894" y="154431"/>
                  </a:lnTo>
                  <a:lnTo>
                    <a:pt x="55133" y="116989"/>
                  </a:lnTo>
                  <a:lnTo>
                    <a:pt x="83694" y="83694"/>
                  </a:lnTo>
                  <a:lnTo>
                    <a:pt x="116989" y="55133"/>
                  </a:lnTo>
                  <a:lnTo>
                    <a:pt x="154431" y="31894"/>
                  </a:lnTo>
                  <a:lnTo>
                    <a:pt x="195430" y="14567"/>
                  </a:lnTo>
                  <a:lnTo>
                    <a:pt x="239399" y="3739"/>
                  </a:lnTo>
                  <a:lnTo>
                    <a:pt x="285750" y="0"/>
                  </a:lnTo>
                  <a:lnTo>
                    <a:pt x="5880055" y="0"/>
                  </a:lnTo>
                  <a:lnTo>
                    <a:pt x="5926408" y="3739"/>
                  </a:lnTo>
                  <a:lnTo>
                    <a:pt x="5970378" y="14567"/>
                  </a:lnTo>
                  <a:lnTo>
                    <a:pt x="6011378" y="31894"/>
                  </a:lnTo>
                  <a:lnTo>
                    <a:pt x="6048820" y="55133"/>
                  </a:lnTo>
                  <a:lnTo>
                    <a:pt x="6082115" y="83694"/>
                  </a:lnTo>
                  <a:lnTo>
                    <a:pt x="6110675" y="116989"/>
                  </a:lnTo>
                  <a:lnTo>
                    <a:pt x="6133912" y="154431"/>
                  </a:lnTo>
                  <a:lnTo>
                    <a:pt x="6151238" y="195430"/>
                  </a:lnTo>
                  <a:lnTo>
                    <a:pt x="6162066" y="239399"/>
                  </a:lnTo>
                  <a:lnTo>
                    <a:pt x="6164270" y="266719"/>
                  </a:lnTo>
                  <a:lnTo>
                    <a:pt x="6164270" y="1003858"/>
                  </a:lnTo>
                  <a:lnTo>
                    <a:pt x="6151238" y="1075146"/>
                  </a:lnTo>
                  <a:lnTo>
                    <a:pt x="6133912" y="1116145"/>
                  </a:lnTo>
                  <a:lnTo>
                    <a:pt x="6110675" y="1153587"/>
                  </a:lnTo>
                  <a:lnTo>
                    <a:pt x="6082115" y="1186882"/>
                  </a:lnTo>
                  <a:lnTo>
                    <a:pt x="6048820" y="1215444"/>
                  </a:lnTo>
                  <a:lnTo>
                    <a:pt x="6011378" y="1238682"/>
                  </a:lnTo>
                  <a:lnTo>
                    <a:pt x="5970378" y="1256010"/>
                  </a:lnTo>
                  <a:lnTo>
                    <a:pt x="5926408" y="1266837"/>
                  </a:lnTo>
                  <a:lnTo>
                    <a:pt x="5880055" y="1270574"/>
                  </a:lnTo>
                  <a:close/>
                </a:path>
              </a:pathLst>
            </a:custGeom>
            <a:solidFill>
              <a:srgbClr val="FFFFFF">
                <a:alpha val="16999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8" name="object 58"/>
          <p:cNvSpPr txBox="1"/>
          <p:nvPr/>
        </p:nvSpPr>
        <p:spPr>
          <a:xfrm>
            <a:off x="15946155" y="7723489"/>
            <a:ext cx="1475105" cy="5530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3450" spc="-215">
                <a:solidFill>
                  <a:srgbClr val="FFFFFF"/>
                </a:solidFill>
                <a:latin typeface="Lucida Sans Unicode"/>
                <a:cs typeface="Lucida Sans Unicode"/>
              </a:rPr>
              <a:t>Y</a:t>
            </a:r>
            <a:r>
              <a:rPr dirty="0" sz="3450" spc="-14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450" spc="-165">
                <a:solidFill>
                  <a:srgbClr val="FFFFFF"/>
                </a:solidFill>
                <a:latin typeface="Lucida Sans Unicode"/>
                <a:cs typeface="Lucida Sans Unicode"/>
              </a:rPr>
              <a:t>ONLY</a:t>
            </a:r>
            <a:endParaRPr sz="3450">
              <a:latin typeface="Lucida Sans Unicode"/>
              <a:cs typeface="Lucida Sans Unicode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12018940" y="8909801"/>
            <a:ext cx="3279775" cy="694690"/>
          </a:xfrm>
          <a:prstGeom prst="rect">
            <a:avLst/>
          </a:prstGeom>
        </p:spPr>
        <p:txBody>
          <a:bodyPr wrap="square" lIns="0" tIns="1778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dirty="0" sz="4350" spc="-40">
                <a:solidFill>
                  <a:srgbClr val="FFCA89"/>
                </a:solidFill>
                <a:latin typeface="Times New Roman"/>
                <a:cs typeface="Times New Roman"/>
              </a:rPr>
              <a:t>StandardHours</a:t>
            </a:r>
            <a:endParaRPr sz="4350">
              <a:latin typeface="Times New Roman"/>
              <a:cs typeface="Times New Roman"/>
            </a:endParaRPr>
          </a:p>
        </p:txBody>
      </p:sp>
      <p:grpSp>
        <p:nvGrpSpPr>
          <p:cNvPr id="60" name="object 60"/>
          <p:cNvGrpSpPr/>
          <p:nvPr/>
        </p:nvGrpSpPr>
        <p:grpSpPr>
          <a:xfrm>
            <a:off x="15501762" y="8993733"/>
            <a:ext cx="220979" cy="660400"/>
            <a:chOff x="15501762" y="8993733"/>
            <a:chExt cx="220979" cy="660400"/>
          </a:xfrm>
        </p:grpSpPr>
        <p:sp>
          <p:nvSpPr>
            <p:cNvPr id="61" name="object 61"/>
            <p:cNvSpPr/>
            <p:nvPr/>
          </p:nvSpPr>
          <p:spPr>
            <a:xfrm>
              <a:off x="15520812" y="8993733"/>
              <a:ext cx="0" cy="660400"/>
            </a:xfrm>
            <a:custGeom>
              <a:avLst/>
              <a:gdLst/>
              <a:ahLst/>
              <a:cxnLst/>
              <a:rect l="l" t="t" r="r" b="b"/>
              <a:pathLst>
                <a:path w="0" h="660400">
                  <a:moveTo>
                    <a:pt x="0" y="0"/>
                  </a:moveTo>
                  <a:lnTo>
                    <a:pt x="0" y="660038"/>
                  </a:lnTo>
                </a:path>
              </a:pathLst>
            </a:custGeom>
            <a:ln w="38100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62" name="object 6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5569793" y="9294464"/>
              <a:ext cx="152400" cy="152400"/>
            </a:xfrm>
            <a:prstGeom prst="rect">
              <a:avLst/>
            </a:prstGeom>
          </p:spPr>
        </p:pic>
      </p:grpSp>
      <p:sp>
        <p:nvSpPr>
          <p:cNvPr id="63" name="object 63"/>
          <p:cNvSpPr txBox="1"/>
          <p:nvPr/>
        </p:nvSpPr>
        <p:spPr>
          <a:xfrm>
            <a:off x="15923508" y="9061165"/>
            <a:ext cx="1772285" cy="55308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z="3450">
                <a:solidFill>
                  <a:srgbClr val="FFFFFF"/>
                </a:solidFill>
                <a:latin typeface="Lucida Sans Unicode"/>
                <a:cs typeface="Lucida Sans Unicode"/>
              </a:rPr>
              <a:t>80</a:t>
            </a:r>
            <a:r>
              <a:rPr dirty="0" sz="3450" spc="-26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450" spc="-160">
                <a:solidFill>
                  <a:srgbClr val="FFFFFF"/>
                </a:solidFill>
                <a:latin typeface="Lucida Sans Unicode"/>
                <a:cs typeface="Lucida Sans Unicode"/>
              </a:rPr>
              <a:t>ONLY</a:t>
            </a:r>
            <a:endParaRPr sz="3450">
              <a:latin typeface="Lucida Sans Unicode"/>
              <a:cs typeface="Lucida Sans Unicode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9847374" y="2588472"/>
            <a:ext cx="3350260" cy="2054225"/>
          </a:xfrm>
          <a:prstGeom prst="rect">
            <a:avLst/>
          </a:prstGeom>
        </p:spPr>
        <p:txBody>
          <a:bodyPr wrap="square" lIns="0" tIns="123825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975"/>
              </a:spcBef>
            </a:pPr>
            <a:r>
              <a:rPr dirty="0" sz="8800" spc="-580">
                <a:solidFill>
                  <a:srgbClr val="FFFFFF"/>
                </a:solidFill>
                <a:latin typeface="Times New Roman"/>
                <a:cs typeface="Times New Roman"/>
              </a:rPr>
              <a:t>3</a:t>
            </a:r>
            <a:endParaRPr sz="880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  <a:spcBef>
                <a:spcPts val="390"/>
              </a:spcBef>
            </a:pPr>
            <a:r>
              <a:rPr dirty="0" sz="3450" spc="-160">
                <a:solidFill>
                  <a:srgbClr val="FFFFFF"/>
                </a:solidFill>
                <a:latin typeface="Times New Roman"/>
                <a:cs typeface="Times New Roman"/>
              </a:rPr>
              <a:t>One</a:t>
            </a:r>
            <a:r>
              <a:rPr dirty="0" sz="3450" spc="-18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dirty="0" sz="3450" spc="-145">
                <a:solidFill>
                  <a:srgbClr val="FFFFFF"/>
                </a:solidFill>
                <a:latin typeface="Times New Roman"/>
                <a:cs typeface="Times New Roman"/>
              </a:rPr>
              <a:t>Value</a:t>
            </a:r>
            <a:r>
              <a:rPr dirty="0" sz="3450" spc="-18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dirty="0" sz="3450" spc="-50">
                <a:solidFill>
                  <a:srgbClr val="FFFFFF"/>
                </a:solidFill>
                <a:latin typeface="Times New Roman"/>
                <a:cs typeface="Times New Roman"/>
              </a:rPr>
              <a:t>Columns</a:t>
            </a:r>
            <a:endParaRPr sz="34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0878739" y="0"/>
            <a:ext cx="7409815" cy="10287635"/>
            <a:chOff x="10878739" y="0"/>
            <a:chExt cx="7409815" cy="1028763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36630" y="1931"/>
              <a:ext cx="7151369" cy="10285079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878739" y="4949"/>
              <a:ext cx="6390025" cy="10282062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4405693" y="0"/>
              <a:ext cx="3882306" cy="8554608"/>
            </a:xfrm>
            <a:prstGeom prst="rect">
              <a:avLst/>
            </a:prstGeom>
          </p:spPr>
        </p:pic>
      </p:grpSp>
      <p:sp>
        <p:nvSpPr>
          <p:cNvPr id="6" name="object 6"/>
          <p:cNvSpPr/>
          <p:nvPr/>
        </p:nvSpPr>
        <p:spPr>
          <a:xfrm>
            <a:off x="411978" y="2285312"/>
            <a:ext cx="4399915" cy="6973570"/>
          </a:xfrm>
          <a:custGeom>
            <a:avLst/>
            <a:gdLst/>
            <a:ahLst/>
            <a:cxnLst/>
            <a:rect l="l" t="t" r="r" b="b"/>
            <a:pathLst>
              <a:path w="4399915" h="6973570">
                <a:moveTo>
                  <a:pt x="4114148" y="6972987"/>
                </a:moveTo>
                <a:lnTo>
                  <a:pt x="285749" y="6972987"/>
                </a:lnTo>
                <a:lnTo>
                  <a:pt x="239399" y="6969247"/>
                </a:lnTo>
                <a:lnTo>
                  <a:pt x="195430" y="6958420"/>
                </a:lnTo>
                <a:lnTo>
                  <a:pt x="154431" y="6941094"/>
                </a:lnTo>
                <a:lnTo>
                  <a:pt x="116989" y="6917856"/>
                </a:lnTo>
                <a:lnTo>
                  <a:pt x="83694" y="6889296"/>
                </a:lnTo>
                <a:lnTo>
                  <a:pt x="55133" y="6856001"/>
                </a:lnTo>
                <a:lnTo>
                  <a:pt x="31894" y="6818560"/>
                </a:lnTo>
                <a:lnTo>
                  <a:pt x="14567" y="6777560"/>
                </a:lnTo>
                <a:lnTo>
                  <a:pt x="3739" y="6733589"/>
                </a:lnTo>
                <a:lnTo>
                  <a:pt x="0" y="6687237"/>
                </a:lnTo>
                <a:lnTo>
                  <a:pt x="0" y="285750"/>
                </a:lnTo>
                <a:lnTo>
                  <a:pt x="3739" y="239399"/>
                </a:lnTo>
                <a:lnTo>
                  <a:pt x="14567" y="195430"/>
                </a:lnTo>
                <a:lnTo>
                  <a:pt x="31894" y="154431"/>
                </a:lnTo>
                <a:lnTo>
                  <a:pt x="55133" y="116989"/>
                </a:lnTo>
                <a:lnTo>
                  <a:pt x="83694" y="83694"/>
                </a:lnTo>
                <a:lnTo>
                  <a:pt x="116989" y="55133"/>
                </a:lnTo>
                <a:lnTo>
                  <a:pt x="154431" y="31894"/>
                </a:lnTo>
                <a:lnTo>
                  <a:pt x="195430" y="14567"/>
                </a:lnTo>
                <a:lnTo>
                  <a:pt x="239399" y="3739"/>
                </a:lnTo>
                <a:lnTo>
                  <a:pt x="285749" y="0"/>
                </a:lnTo>
                <a:lnTo>
                  <a:pt x="4114148" y="0"/>
                </a:lnTo>
                <a:lnTo>
                  <a:pt x="4160501" y="3739"/>
                </a:lnTo>
                <a:lnTo>
                  <a:pt x="4204471" y="14567"/>
                </a:lnTo>
                <a:lnTo>
                  <a:pt x="4245471" y="31894"/>
                </a:lnTo>
                <a:lnTo>
                  <a:pt x="4282913" y="55133"/>
                </a:lnTo>
                <a:lnTo>
                  <a:pt x="4316208" y="83694"/>
                </a:lnTo>
                <a:lnTo>
                  <a:pt x="4344768" y="116989"/>
                </a:lnTo>
                <a:lnTo>
                  <a:pt x="4368005" y="154431"/>
                </a:lnTo>
                <a:lnTo>
                  <a:pt x="4385331" y="195430"/>
                </a:lnTo>
                <a:lnTo>
                  <a:pt x="4396159" y="239399"/>
                </a:lnTo>
                <a:lnTo>
                  <a:pt x="4399898" y="285750"/>
                </a:lnTo>
                <a:lnTo>
                  <a:pt x="4399898" y="6687237"/>
                </a:lnTo>
                <a:lnTo>
                  <a:pt x="4396159" y="6733589"/>
                </a:lnTo>
                <a:lnTo>
                  <a:pt x="4385331" y="6777560"/>
                </a:lnTo>
                <a:lnTo>
                  <a:pt x="4368005" y="6818560"/>
                </a:lnTo>
                <a:lnTo>
                  <a:pt x="4344768" y="6856001"/>
                </a:lnTo>
                <a:lnTo>
                  <a:pt x="4316208" y="6889296"/>
                </a:lnTo>
                <a:lnTo>
                  <a:pt x="4282913" y="6917856"/>
                </a:lnTo>
                <a:lnTo>
                  <a:pt x="4245471" y="6941094"/>
                </a:lnTo>
                <a:lnTo>
                  <a:pt x="4204471" y="6958420"/>
                </a:lnTo>
                <a:lnTo>
                  <a:pt x="4160501" y="6969247"/>
                </a:lnTo>
                <a:lnTo>
                  <a:pt x="4114148" y="6972987"/>
                </a:lnTo>
                <a:close/>
              </a:path>
            </a:pathLst>
          </a:custGeom>
          <a:solidFill>
            <a:srgbClr val="FFFFFF">
              <a:alpha val="16999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11842734" y="3215095"/>
            <a:ext cx="6294755" cy="5676900"/>
          </a:xfrm>
          <a:custGeom>
            <a:avLst/>
            <a:gdLst/>
            <a:ahLst/>
            <a:cxnLst/>
            <a:rect l="l" t="t" r="r" b="b"/>
            <a:pathLst>
              <a:path w="6294755" h="5676900">
                <a:moveTo>
                  <a:pt x="6008975" y="5676682"/>
                </a:moveTo>
                <a:lnTo>
                  <a:pt x="285750" y="5676682"/>
                </a:lnTo>
                <a:lnTo>
                  <a:pt x="239399" y="5672942"/>
                </a:lnTo>
                <a:lnTo>
                  <a:pt x="195430" y="5662115"/>
                </a:lnTo>
                <a:lnTo>
                  <a:pt x="154431" y="5644789"/>
                </a:lnTo>
                <a:lnTo>
                  <a:pt x="116989" y="5621552"/>
                </a:lnTo>
                <a:lnTo>
                  <a:pt x="83694" y="5592992"/>
                </a:lnTo>
                <a:lnTo>
                  <a:pt x="55133" y="5559697"/>
                </a:lnTo>
                <a:lnTo>
                  <a:pt x="31894" y="5522255"/>
                </a:lnTo>
                <a:lnTo>
                  <a:pt x="14567" y="5481255"/>
                </a:lnTo>
                <a:lnTo>
                  <a:pt x="3739" y="5437285"/>
                </a:lnTo>
                <a:lnTo>
                  <a:pt x="0" y="5390932"/>
                </a:lnTo>
                <a:lnTo>
                  <a:pt x="0" y="285749"/>
                </a:lnTo>
                <a:lnTo>
                  <a:pt x="3739" y="239399"/>
                </a:lnTo>
                <a:lnTo>
                  <a:pt x="14567" y="195430"/>
                </a:lnTo>
                <a:lnTo>
                  <a:pt x="31894" y="154431"/>
                </a:lnTo>
                <a:lnTo>
                  <a:pt x="55133" y="116989"/>
                </a:lnTo>
                <a:lnTo>
                  <a:pt x="83694" y="83694"/>
                </a:lnTo>
                <a:lnTo>
                  <a:pt x="116989" y="55133"/>
                </a:lnTo>
                <a:lnTo>
                  <a:pt x="154431" y="31894"/>
                </a:lnTo>
                <a:lnTo>
                  <a:pt x="195430" y="14567"/>
                </a:lnTo>
                <a:lnTo>
                  <a:pt x="239399" y="3739"/>
                </a:lnTo>
                <a:lnTo>
                  <a:pt x="285750" y="0"/>
                </a:lnTo>
                <a:lnTo>
                  <a:pt x="6008975" y="0"/>
                </a:lnTo>
                <a:lnTo>
                  <a:pt x="6055320" y="3739"/>
                </a:lnTo>
                <a:lnTo>
                  <a:pt x="6099286" y="14567"/>
                </a:lnTo>
                <a:lnTo>
                  <a:pt x="6140285" y="31894"/>
                </a:lnTo>
                <a:lnTo>
                  <a:pt x="6177727" y="55133"/>
                </a:lnTo>
                <a:lnTo>
                  <a:pt x="6211023" y="83694"/>
                </a:lnTo>
                <a:lnTo>
                  <a:pt x="6239586" y="116989"/>
                </a:lnTo>
                <a:lnTo>
                  <a:pt x="6262826" y="154431"/>
                </a:lnTo>
                <a:lnTo>
                  <a:pt x="6280155" y="195430"/>
                </a:lnTo>
                <a:lnTo>
                  <a:pt x="6290985" y="239399"/>
                </a:lnTo>
                <a:lnTo>
                  <a:pt x="6294725" y="285749"/>
                </a:lnTo>
                <a:lnTo>
                  <a:pt x="6294725" y="5390932"/>
                </a:lnTo>
                <a:lnTo>
                  <a:pt x="6290985" y="5437285"/>
                </a:lnTo>
                <a:lnTo>
                  <a:pt x="6280155" y="5481255"/>
                </a:lnTo>
                <a:lnTo>
                  <a:pt x="6262826" y="5522255"/>
                </a:lnTo>
                <a:lnTo>
                  <a:pt x="6239586" y="5559697"/>
                </a:lnTo>
                <a:lnTo>
                  <a:pt x="6211023" y="5592992"/>
                </a:lnTo>
                <a:lnTo>
                  <a:pt x="6177727" y="5621552"/>
                </a:lnTo>
                <a:lnTo>
                  <a:pt x="6140285" y="5644789"/>
                </a:lnTo>
                <a:lnTo>
                  <a:pt x="6099286" y="5662115"/>
                </a:lnTo>
                <a:lnTo>
                  <a:pt x="6055320" y="5672942"/>
                </a:lnTo>
                <a:lnTo>
                  <a:pt x="6008975" y="5676682"/>
                </a:lnTo>
                <a:close/>
              </a:path>
            </a:pathLst>
          </a:custGeom>
          <a:solidFill>
            <a:srgbClr val="FFFFFF">
              <a:alpha val="16999"/>
            </a:srgbClr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8" name="object 8"/>
          <p:cNvGrpSpPr/>
          <p:nvPr/>
        </p:nvGrpSpPr>
        <p:grpSpPr>
          <a:xfrm>
            <a:off x="5116528" y="3039288"/>
            <a:ext cx="6443980" cy="5852795"/>
            <a:chOff x="5116528" y="3039288"/>
            <a:chExt cx="6443980" cy="5852795"/>
          </a:xfrm>
        </p:grpSpPr>
        <p:sp>
          <p:nvSpPr>
            <p:cNvPr id="9" name="object 9"/>
            <p:cNvSpPr/>
            <p:nvPr/>
          </p:nvSpPr>
          <p:spPr>
            <a:xfrm>
              <a:off x="5265531" y="3215095"/>
              <a:ext cx="6294755" cy="5676900"/>
            </a:xfrm>
            <a:custGeom>
              <a:avLst/>
              <a:gdLst/>
              <a:ahLst/>
              <a:cxnLst/>
              <a:rect l="l" t="t" r="r" b="b"/>
              <a:pathLst>
                <a:path w="6294755" h="5676900">
                  <a:moveTo>
                    <a:pt x="6008959" y="5676682"/>
                  </a:moveTo>
                  <a:lnTo>
                    <a:pt x="285749" y="5676682"/>
                  </a:lnTo>
                  <a:lnTo>
                    <a:pt x="239399" y="5672942"/>
                  </a:lnTo>
                  <a:lnTo>
                    <a:pt x="195430" y="5662115"/>
                  </a:lnTo>
                  <a:lnTo>
                    <a:pt x="154431" y="5644789"/>
                  </a:lnTo>
                  <a:lnTo>
                    <a:pt x="116989" y="5621552"/>
                  </a:lnTo>
                  <a:lnTo>
                    <a:pt x="83694" y="5592992"/>
                  </a:lnTo>
                  <a:lnTo>
                    <a:pt x="55133" y="5559697"/>
                  </a:lnTo>
                  <a:lnTo>
                    <a:pt x="31894" y="5522255"/>
                  </a:lnTo>
                  <a:lnTo>
                    <a:pt x="14567" y="5481255"/>
                  </a:lnTo>
                  <a:lnTo>
                    <a:pt x="3739" y="5437285"/>
                  </a:lnTo>
                  <a:lnTo>
                    <a:pt x="0" y="5390932"/>
                  </a:lnTo>
                  <a:lnTo>
                    <a:pt x="0" y="285749"/>
                  </a:lnTo>
                  <a:lnTo>
                    <a:pt x="3739" y="239399"/>
                  </a:lnTo>
                  <a:lnTo>
                    <a:pt x="14567" y="195430"/>
                  </a:lnTo>
                  <a:lnTo>
                    <a:pt x="31894" y="154431"/>
                  </a:lnTo>
                  <a:lnTo>
                    <a:pt x="55133" y="116989"/>
                  </a:lnTo>
                  <a:lnTo>
                    <a:pt x="83694" y="83694"/>
                  </a:lnTo>
                  <a:lnTo>
                    <a:pt x="116989" y="55133"/>
                  </a:lnTo>
                  <a:lnTo>
                    <a:pt x="154431" y="31894"/>
                  </a:lnTo>
                  <a:lnTo>
                    <a:pt x="195430" y="14567"/>
                  </a:lnTo>
                  <a:lnTo>
                    <a:pt x="239399" y="3739"/>
                  </a:lnTo>
                  <a:lnTo>
                    <a:pt x="285749" y="0"/>
                  </a:lnTo>
                  <a:lnTo>
                    <a:pt x="6008959" y="0"/>
                  </a:lnTo>
                  <a:lnTo>
                    <a:pt x="6055312" y="3739"/>
                  </a:lnTo>
                  <a:lnTo>
                    <a:pt x="6099282" y="14567"/>
                  </a:lnTo>
                  <a:lnTo>
                    <a:pt x="6140282" y="31894"/>
                  </a:lnTo>
                  <a:lnTo>
                    <a:pt x="6177724" y="55133"/>
                  </a:lnTo>
                  <a:lnTo>
                    <a:pt x="6211019" y="83694"/>
                  </a:lnTo>
                  <a:lnTo>
                    <a:pt x="6239579" y="116989"/>
                  </a:lnTo>
                  <a:lnTo>
                    <a:pt x="6262816" y="154431"/>
                  </a:lnTo>
                  <a:lnTo>
                    <a:pt x="6280142" y="195430"/>
                  </a:lnTo>
                  <a:lnTo>
                    <a:pt x="6290969" y="239399"/>
                  </a:lnTo>
                  <a:lnTo>
                    <a:pt x="6294709" y="285749"/>
                  </a:lnTo>
                  <a:lnTo>
                    <a:pt x="6294709" y="5390932"/>
                  </a:lnTo>
                  <a:lnTo>
                    <a:pt x="6290969" y="5437285"/>
                  </a:lnTo>
                  <a:lnTo>
                    <a:pt x="6280142" y="5481255"/>
                  </a:lnTo>
                  <a:lnTo>
                    <a:pt x="6262816" y="5522255"/>
                  </a:lnTo>
                  <a:lnTo>
                    <a:pt x="6239579" y="5559697"/>
                  </a:lnTo>
                  <a:lnTo>
                    <a:pt x="6211019" y="5592992"/>
                  </a:lnTo>
                  <a:lnTo>
                    <a:pt x="6177724" y="5621552"/>
                  </a:lnTo>
                  <a:lnTo>
                    <a:pt x="6140282" y="5644789"/>
                  </a:lnTo>
                  <a:lnTo>
                    <a:pt x="6099282" y="5662115"/>
                  </a:lnTo>
                  <a:lnTo>
                    <a:pt x="6055312" y="5672942"/>
                  </a:lnTo>
                  <a:lnTo>
                    <a:pt x="6008959" y="5676682"/>
                  </a:lnTo>
                  <a:close/>
                </a:path>
              </a:pathLst>
            </a:custGeom>
            <a:solidFill>
              <a:srgbClr val="FFFFFF">
                <a:alpha val="169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421477" y="4790023"/>
              <a:ext cx="6019799" cy="359090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5116528" y="3039288"/>
              <a:ext cx="803275" cy="803275"/>
            </a:xfrm>
            <a:custGeom>
              <a:avLst/>
              <a:gdLst/>
              <a:ahLst/>
              <a:cxnLst/>
              <a:rect l="l" t="t" r="r" b="b"/>
              <a:pathLst>
                <a:path w="803275" h="803275">
                  <a:moveTo>
                    <a:pt x="401458" y="802917"/>
                  </a:moveTo>
                  <a:lnTo>
                    <a:pt x="354639" y="800216"/>
                  </a:lnTo>
                  <a:lnTo>
                    <a:pt x="309407" y="792314"/>
                  </a:lnTo>
                  <a:lnTo>
                    <a:pt x="266062" y="779512"/>
                  </a:lnTo>
                  <a:lnTo>
                    <a:pt x="224907" y="762112"/>
                  </a:lnTo>
                  <a:lnTo>
                    <a:pt x="186241" y="740414"/>
                  </a:lnTo>
                  <a:lnTo>
                    <a:pt x="150366" y="714720"/>
                  </a:lnTo>
                  <a:lnTo>
                    <a:pt x="117584" y="685332"/>
                  </a:lnTo>
                  <a:lnTo>
                    <a:pt x="88195" y="652550"/>
                  </a:lnTo>
                  <a:lnTo>
                    <a:pt x="62502" y="616675"/>
                  </a:lnTo>
                  <a:lnTo>
                    <a:pt x="40804" y="578009"/>
                  </a:lnTo>
                  <a:lnTo>
                    <a:pt x="23404" y="536853"/>
                  </a:lnTo>
                  <a:lnTo>
                    <a:pt x="10602" y="493509"/>
                  </a:lnTo>
                  <a:lnTo>
                    <a:pt x="2700" y="448277"/>
                  </a:lnTo>
                  <a:lnTo>
                    <a:pt x="0" y="401459"/>
                  </a:lnTo>
                  <a:lnTo>
                    <a:pt x="2700" y="354640"/>
                  </a:lnTo>
                  <a:lnTo>
                    <a:pt x="10602" y="309408"/>
                  </a:lnTo>
                  <a:lnTo>
                    <a:pt x="23404" y="266063"/>
                  </a:lnTo>
                  <a:lnTo>
                    <a:pt x="40804" y="224907"/>
                  </a:lnTo>
                  <a:lnTo>
                    <a:pt x="62502" y="186241"/>
                  </a:lnTo>
                  <a:lnTo>
                    <a:pt x="88195" y="150366"/>
                  </a:lnTo>
                  <a:lnTo>
                    <a:pt x="117584" y="117584"/>
                  </a:lnTo>
                  <a:lnTo>
                    <a:pt x="150366" y="88195"/>
                  </a:lnTo>
                  <a:lnTo>
                    <a:pt x="186241" y="62502"/>
                  </a:lnTo>
                  <a:lnTo>
                    <a:pt x="224907" y="40804"/>
                  </a:lnTo>
                  <a:lnTo>
                    <a:pt x="266062" y="23404"/>
                  </a:lnTo>
                  <a:lnTo>
                    <a:pt x="309407" y="10602"/>
                  </a:lnTo>
                  <a:lnTo>
                    <a:pt x="354639" y="2700"/>
                  </a:lnTo>
                  <a:lnTo>
                    <a:pt x="401458" y="0"/>
                  </a:lnTo>
                  <a:lnTo>
                    <a:pt x="448276" y="2700"/>
                  </a:lnTo>
                  <a:lnTo>
                    <a:pt x="493509" y="10602"/>
                  </a:lnTo>
                  <a:lnTo>
                    <a:pt x="536854" y="23404"/>
                  </a:lnTo>
                  <a:lnTo>
                    <a:pt x="578009" y="40804"/>
                  </a:lnTo>
                  <a:lnTo>
                    <a:pt x="616675" y="62502"/>
                  </a:lnTo>
                  <a:lnTo>
                    <a:pt x="652550" y="88195"/>
                  </a:lnTo>
                  <a:lnTo>
                    <a:pt x="685332" y="117584"/>
                  </a:lnTo>
                  <a:lnTo>
                    <a:pt x="714720" y="150366"/>
                  </a:lnTo>
                  <a:lnTo>
                    <a:pt x="740414" y="186241"/>
                  </a:lnTo>
                  <a:lnTo>
                    <a:pt x="762111" y="224907"/>
                  </a:lnTo>
                  <a:lnTo>
                    <a:pt x="779512" y="266063"/>
                  </a:lnTo>
                  <a:lnTo>
                    <a:pt x="792313" y="309408"/>
                  </a:lnTo>
                  <a:lnTo>
                    <a:pt x="800215" y="354640"/>
                  </a:lnTo>
                  <a:lnTo>
                    <a:pt x="802916" y="401459"/>
                  </a:lnTo>
                  <a:lnTo>
                    <a:pt x="800215" y="448277"/>
                  </a:lnTo>
                  <a:lnTo>
                    <a:pt x="792313" y="493509"/>
                  </a:lnTo>
                  <a:lnTo>
                    <a:pt x="779512" y="536853"/>
                  </a:lnTo>
                  <a:lnTo>
                    <a:pt x="762111" y="578009"/>
                  </a:lnTo>
                  <a:lnTo>
                    <a:pt x="740414" y="616675"/>
                  </a:lnTo>
                  <a:lnTo>
                    <a:pt x="714720" y="652550"/>
                  </a:lnTo>
                  <a:lnTo>
                    <a:pt x="685332" y="685332"/>
                  </a:lnTo>
                  <a:lnTo>
                    <a:pt x="652550" y="714720"/>
                  </a:lnTo>
                  <a:lnTo>
                    <a:pt x="616675" y="740414"/>
                  </a:lnTo>
                  <a:lnTo>
                    <a:pt x="578009" y="762112"/>
                  </a:lnTo>
                  <a:lnTo>
                    <a:pt x="536854" y="779512"/>
                  </a:lnTo>
                  <a:lnTo>
                    <a:pt x="493509" y="792314"/>
                  </a:lnTo>
                  <a:lnTo>
                    <a:pt x="448276" y="800216"/>
                  </a:lnTo>
                  <a:lnTo>
                    <a:pt x="401458" y="802917"/>
                  </a:lnTo>
                  <a:close/>
                </a:path>
              </a:pathLst>
            </a:custGeom>
            <a:solidFill>
              <a:srgbClr val="D1B999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" name="object 12"/>
          <p:cNvSpPr txBox="1"/>
          <p:nvPr/>
        </p:nvSpPr>
        <p:spPr>
          <a:xfrm>
            <a:off x="12254372" y="3707810"/>
            <a:ext cx="5325110" cy="810260"/>
          </a:xfrm>
          <a:prstGeom prst="rect">
            <a:avLst/>
          </a:prstGeom>
        </p:spPr>
        <p:txBody>
          <a:bodyPr wrap="square" lIns="0" tIns="90170" rIns="0" bIns="0" rtlCol="0" vert="horz">
            <a:spAutoFit/>
          </a:bodyPr>
          <a:lstStyle/>
          <a:p>
            <a:pPr marL="12700" marR="5080">
              <a:lnSpc>
                <a:spcPts val="2780"/>
              </a:lnSpc>
              <a:spcBef>
                <a:spcPts val="710"/>
              </a:spcBef>
            </a:pPr>
            <a:r>
              <a:rPr dirty="0" sz="2800" spc="70">
                <a:solidFill>
                  <a:srgbClr val="FFFFFF"/>
                </a:solidFill>
                <a:latin typeface="Tahoma"/>
                <a:cs typeface="Tahoma"/>
              </a:rPr>
              <a:t>How</a:t>
            </a:r>
            <a:r>
              <a:rPr dirty="0" sz="2800" spc="-114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2800" spc="110">
                <a:solidFill>
                  <a:srgbClr val="FFFFFF"/>
                </a:solidFill>
                <a:latin typeface="Tahoma"/>
                <a:cs typeface="Tahoma"/>
              </a:rPr>
              <a:t>Are</a:t>
            </a:r>
            <a:r>
              <a:rPr dirty="0" sz="2800" spc="-114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2800" spc="120">
                <a:solidFill>
                  <a:srgbClr val="FFFFFF"/>
                </a:solidFill>
                <a:latin typeface="Tahoma"/>
                <a:cs typeface="Tahoma"/>
              </a:rPr>
              <a:t>Employees</a:t>
            </a:r>
            <a:r>
              <a:rPr dirty="0" sz="2800" spc="-114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2800" spc="95">
                <a:solidFill>
                  <a:srgbClr val="FFFFFF"/>
                </a:solidFill>
                <a:latin typeface="Tahoma"/>
                <a:cs typeface="Tahoma"/>
              </a:rPr>
              <a:t>Distributed </a:t>
            </a:r>
            <a:r>
              <a:rPr dirty="0" sz="2800" spc="160">
                <a:solidFill>
                  <a:srgbClr val="FFFFFF"/>
                </a:solidFill>
                <a:latin typeface="Tahoma"/>
                <a:cs typeface="Tahoma"/>
              </a:rPr>
              <a:t>Across</a:t>
            </a:r>
            <a:r>
              <a:rPr dirty="0" sz="2800" spc="-10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2800" spc="100">
                <a:solidFill>
                  <a:srgbClr val="FFFFFF"/>
                </a:solidFill>
                <a:latin typeface="Tahoma"/>
                <a:cs typeface="Tahoma"/>
              </a:rPr>
              <a:t>Departments?</a:t>
            </a:r>
            <a:endParaRPr sz="2800">
              <a:latin typeface="Tahoma"/>
              <a:cs typeface="Tahom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420418" y="3126078"/>
            <a:ext cx="193040" cy="560705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3500" spc="-790" b="1">
                <a:solidFill>
                  <a:srgbClr val="FFFFFF"/>
                </a:solidFill>
                <a:latin typeface="Trebuchet MS"/>
                <a:cs typeface="Trebuchet MS"/>
              </a:rPr>
              <a:t>1</a:t>
            </a:r>
            <a:endParaRPr sz="3500">
              <a:latin typeface="Trebuchet MS"/>
              <a:cs typeface="Trebuchet MS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1682662" y="3039288"/>
            <a:ext cx="803275" cy="803275"/>
          </a:xfrm>
          <a:custGeom>
            <a:avLst/>
            <a:gdLst/>
            <a:ahLst/>
            <a:cxnLst/>
            <a:rect l="l" t="t" r="r" b="b"/>
            <a:pathLst>
              <a:path w="803275" h="803275">
                <a:moveTo>
                  <a:pt x="401459" y="802917"/>
                </a:moveTo>
                <a:lnTo>
                  <a:pt x="354640" y="800216"/>
                </a:lnTo>
                <a:lnTo>
                  <a:pt x="309408" y="792314"/>
                </a:lnTo>
                <a:lnTo>
                  <a:pt x="266063" y="779512"/>
                </a:lnTo>
                <a:lnTo>
                  <a:pt x="224907" y="762112"/>
                </a:lnTo>
                <a:lnTo>
                  <a:pt x="186241" y="740414"/>
                </a:lnTo>
                <a:lnTo>
                  <a:pt x="150366" y="714720"/>
                </a:lnTo>
                <a:lnTo>
                  <a:pt x="117584" y="685332"/>
                </a:lnTo>
                <a:lnTo>
                  <a:pt x="88196" y="652550"/>
                </a:lnTo>
                <a:lnTo>
                  <a:pt x="62502" y="616675"/>
                </a:lnTo>
                <a:lnTo>
                  <a:pt x="40804" y="578009"/>
                </a:lnTo>
                <a:lnTo>
                  <a:pt x="23404" y="536853"/>
                </a:lnTo>
                <a:lnTo>
                  <a:pt x="10602" y="493509"/>
                </a:lnTo>
                <a:lnTo>
                  <a:pt x="2700" y="448277"/>
                </a:lnTo>
                <a:lnTo>
                  <a:pt x="0" y="401459"/>
                </a:lnTo>
                <a:lnTo>
                  <a:pt x="2700" y="354640"/>
                </a:lnTo>
                <a:lnTo>
                  <a:pt x="10602" y="309408"/>
                </a:lnTo>
                <a:lnTo>
                  <a:pt x="23404" y="266063"/>
                </a:lnTo>
                <a:lnTo>
                  <a:pt x="40804" y="224907"/>
                </a:lnTo>
                <a:lnTo>
                  <a:pt x="62502" y="186241"/>
                </a:lnTo>
                <a:lnTo>
                  <a:pt x="88196" y="150366"/>
                </a:lnTo>
                <a:lnTo>
                  <a:pt x="117584" y="117584"/>
                </a:lnTo>
                <a:lnTo>
                  <a:pt x="150366" y="88195"/>
                </a:lnTo>
                <a:lnTo>
                  <a:pt x="186241" y="62502"/>
                </a:lnTo>
                <a:lnTo>
                  <a:pt x="224907" y="40804"/>
                </a:lnTo>
                <a:lnTo>
                  <a:pt x="266063" y="23404"/>
                </a:lnTo>
                <a:lnTo>
                  <a:pt x="309408" y="10602"/>
                </a:lnTo>
                <a:lnTo>
                  <a:pt x="354640" y="2700"/>
                </a:lnTo>
                <a:lnTo>
                  <a:pt x="401459" y="0"/>
                </a:lnTo>
                <a:lnTo>
                  <a:pt x="448277" y="2700"/>
                </a:lnTo>
                <a:lnTo>
                  <a:pt x="493509" y="10602"/>
                </a:lnTo>
                <a:lnTo>
                  <a:pt x="536854" y="23404"/>
                </a:lnTo>
                <a:lnTo>
                  <a:pt x="578010" y="40804"/>
                </a:lnTo>
                <a:lnTo>
                  <a:pt x="616675" y="62502"/>
                </a:lnTo>
                <a:lnTo>
                  <a:pt x="652550" y="88195"/>
                </a:lnTo>
                <a:lnTo>
                  <a:pt x="685332" y="117584"/>
                </a:lnTo>
                <a:lnTo>
                  <a:pt x="714721" y="150366"/>
                </a:lnTo>
                <a:lnTo>
                  <a:pt x="740415" y="186241"/>
                </a:lnTo>
                <a:lnTo>
                  <a:pt x="762112" y="224907"/>
                </a:lnTo>
                <a:lnTo>
                  <a:pt x="779513" y="266063"/>
                </a:lnTo>
                <a:lnTo>
                  <a:pt x="792314" y="309408"/>
                </a:lnTo>
                <a:lnTo>
                  <a:pt x="800216" y="354640"/>
                </a:lnTo>
                <a:lnTo>
                  <a:pt x="802917" y="401459"/>
                </a:lnTo>
                <a:lnTo>
                  <a:pt x="800216" y="448277"/>
                </a:lnTo>
                <a:lnTo>
                  <a:pt x="792314" y="493509"/>
                </a:lnTo>
                <a:lnTo>
                  <a:pt x="779513" y="536853"/>
                </a:lnTo>
                <a:lnTo>
                  <a:pt x="762112" y="578009"/>
                </a:lnTo>
                <a:lnTo>
                  <a:pt x="740415" y="616675"/>
                </a:lnTo>
                <a:lnTo>
                  <a:pt x="714721" y="652550"/>
                </a:lnTo>
                <a:lnTo>
                  <a:pt x="685332" y="685332"/>
                </a:lnTo>
                <a:lnTo>
                  <a:pt x="652550" y="714720"/>
                </a:lnTo>
                <a:lnTo>
                  <a:pt x="616675" y="740414"/>
                </a:lnTo>
                <a:lnTo>
                  <a:pt x="578010" y="762112"/>
                </a:lnTo>
                <a:lnTo>
                  <a:pt x="536854" y="779512"/>
                </a:lnTo>
                <a:lnTo>
                  <a:pt x="493509" y="792314"/>
                </a:lnTo>
                <a:lnTo>
                  <a:pt x="448277" y="800216"/>
                </a:lnTo>
                <a:lnTo>
                  <a:pt x="401459" y="802917"/>
                </a:lnTo>
                <a:close/>
              </a:path>
            </a:pathLst>
          </a:custGeom>
          <a:solidFill>
            <a:srgbClr val="D1B99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/>
          <p:nvPr/>
        </p:nvSpPr>
        <p:spPr>
          <a:xfrm>
            <a:off x="11943129" y="3126078"/>
            <a:ext cx="280035" cy="560705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3500" spc="-50" b="1">
                <a:solidFill>
                  <a:srgbClr val="FFFFFF"/>
                </a:solidFill>
                <a:latin typeface="Trebuchet MS"/>
                <a:cs typeface="Trebuchet MS"/>
              </a:rPr>
              <a:t>2</a:t>
            </a:r>
            <a:endParaRPr sz="3500">
              <a:latin typeface="Trebuchet MS"/>
              <a:cs typeface="Trebuchet MS"/>
            </a:endParaRPr>
          </a:p>
        </p:txBody>
      </p:sp>
      <p:pic>
        <p:nvPicPr>
          <p:cNvPr id="16" name="object 1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1991837" y="4718760"/>
            <a:ext cx="5996512" cy="3829049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00862" y="3067628"/>
            <a:ext cx="3352799" cy="5971641"/>
          </a:xfrm>
          <a:prstGeom prst="rect">
            <a:avLst/>
          </a:prstGeom>
        </p:spPr>
      </p:pic>
      <p:sp>
        <p:nvSpPr>
          <p:cNvPr id="18" name="object 18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219116" rIns="0" bIns="0" rtlCol="0" vert="horz">
            <a:spAutoFit/>
          </a:bodyPr>
          <a:lstStyle/>
          <a:p>
            <a:pPr marL="706755">
              <a:lnSpc>
                <a:spcPts val="5055"/>
              </a:lnSpc>
              <a:spcBef>
                <a:spcPts val="120"/>
              </a:spcBef>
            </a:pPr>
            <a:r>
              <a:rPr dirty="0" sz="4850" spc="-25"/>
              <a:t>02</a:t>
            </a:r>
            <a:endParaRPr sz="4850"/>
          </a:p>
          <a:p>
            <a:pPr marL="706755">
              <a:lnSpc>
                <a:spcPts val="5955"/>
              </a:lnSpc>
            </a:pPr>
            <a:r>
              <a:rPr dirty="0" u="sng" baseline="-8432" sz="8400" spc="-277">
                <a:uFill>
                  <a:solidFill>
                    <a:srgbClr val="D1B999"/>
                  </a:solidFill>
                </a:uFill>
              </a:rPr>
              <a:t>AB</a:t>
            </a:r>
            <a:r>
              <a:rPr dirty="0" baseline="-8432" sz="8400" spc="-277"/>
              <a:t>OUT</a:t>
            </a:r>
            <a:r>
              <a:rPr dirty="0" baseline="-8432" sz="8400" spc="-345"/>
              <a:t> </a:t>
            </a:r>
            <a:r>
              <a:rPr dirty="0" baseline="-8432" sz="8400" spc="-615"/>
              <a:t>THE</a:t>
            </a:r>
            <a:r>
              <a:rPr dirty="0" baseline="-8432" sz="8400" spc="-345"/>
              <a:t> </a:t>
            </a:r>
            <a:r>
              <a:rPr dirty="0" baseline="-8432" sz="8400" spc="-517"/>
              <a:t>DATA</a:t>
            </a:r>
            <a:r>
              <a:rPr dirty="0" baseline="-8432" sz="8400" spc="-592"/>
              <a:t> </a:t>
            </a:r>
            <a:r>
              <a:rPr dirty="0" sz="3000" spc="-105"/>
              <a:t>(DATASET</a:t>
            </a:r>
            <a:r>
              <a:rPr dirty="0" sz="3000" spc="-125"/>
              <a:t> </a:t>
            </a:r>
            <a:r>
              <a:rPr dirty="0" sz="3000" spc="-240"/>
              <a:t>AT</a:t>
            </a:r>
            <a:r>
              <a:rPr dirty="0" sz="3000" spc="-125"/>
              <a:t> </a:t>
            </a:r>
            <a:r>
              <a:rPr dirty="0" sz="3000" spc="-130"/>
              <a:t>A</a:t>
            </a:r>
            <a:r>
              <a:rPr dirty="0" sz="3000" spc="-125"/>
              <a:t> </a:t>
            </a:r>
            <a:r>
              <a:rPr dirty="0" sz="3000" spc="-10"/>
              <a:t>GLANCE)</a:t>
            </a:r>
            <a:endParaRPr sz="3000"/>
          </a:p>
        </p:txBody>
      </p:sp>
      <p:sp>
        <p:nvSpPr>
          <p:cNvPr id="19" name="object 19"/>
          <p:cNvSpPr txBox="1"/>
          <p:nvPr/>
        </p:nvSpPr>
        <p:spPr>
          <a:xfrm>
            <a:off x="6535532" y="3512006"/>
            <a:ext cx="4915535" cy="810260"/>
          </a:xfrm>
          <a:prstGeom prst="rect">
            <a:avLst/>
          </a:prstGeom>
        </p:spPr>
        <p:txBody>
          <a:bodyPr wrap="square" lIns="0" tIns="90170" rIns="0" bIns="0" rtlCol="0" vert="horz">
            <a:spAutoFit/>
          </a:bodyPr>
          <a:lstStyle/>
          <a:p>
            <a:pPr marL="12700" marR="5080">
              <a:lnSpc>
                <a:spcPts val="2780"/>
              </a:lnSpc>
              <a:spcBef>
                <a:spcPts val="710"/>
              </a:spcBef>
            </a:pPr>
            <a:r>
              <a:rPr dirty="0" sz="2800" spc="70">
                <a:solidFill>
                  <a:srgbClr val="FFFFFF"/>
                </a:solidFill>
                <a:latin typeface="Tahoma"/>
                <a:cs typeface="Tahoma"/>
              </a:rPr>
              <a:t>How</a:t>
            </a:r>
            <a:r>
              <a:rPr dirty="0" sz="2800" spc="-114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2800" spc="110">
                <a:solidFill>
                  <a:srgbClr val="FFFFFF"/>
                </a:solidFill>
                <a:latin typeface="Tahoma"/>
                <a:cs typeface="Tahoma"/>
              </a:rPr>
              <a:t>Are</a:t>
            </a:r>
            <a:r>
              <a:rPr dirty="0" sz="2800" spc="-11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2800" spc="130">
                <a:solidFill>
                  <a:srgbClr val="FFFFFF"/>
                </a:solidFill>
                <a:latin typeface="Tahoma"/>
                <a:cs typeface="Tahoma"/>
              </a:rPr>
              <a:t>Genders</a:t>
            </a:r>
            <a:r>
              <a:rPr dirty="0" sz="2800" spc="-11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2800" spc="95">
                <a:solidFill>
                  <a:srgbClr val="FFFFFF"/>
                </a:solidFill>
                <a:latin typeface="Tahoma"/>
                <a:cs typeface="Tahoma"/>
              </a:rPr>
              <a:t>Distributed </a:t>
            </a:r>
            <a:r>
              <a:rPr dirty="0" sz="2800" spc="160">
                <a:solidFill>
                  <a:srgbClr val="FFFFFF"/>
                </a:solidFill>
                <a:latin typeface="Tahoma"/>
                <a:cs typeface="Tahoma"/>
              </a:rPr>
              <a:t>Across</a:t>
            </a:r>
            <a:r>
              <a:rPr dirty="0" sz="2800" spc="-11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2800" spc="105">
                <a:solidFill>
                  <a:srgbClr val="FFFFFF"/>
                </a:solidFill>
                <a:latin typeface="Tahoma"/>
                <a:cs typeface="Tahoma"/>
              </a:rPr>
              <a:t>the</a:t>
            </a:r>
            <a:r>
              <a:rPr dirty="0" sz="2800" spc="-105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2800" spc="95">
                <a:solidFill>
                  <a:srgbClr val="FFFFFF"/>
                </a:solidFill>
                <a:latin typeface="Tahoma"/>
                <a:cs typeface="Tahoma"/>
              </a:rPr>
              <a:t>Dataset?</a:t>
            </a:r>
            <a:endParaRPr sz="2800">
              <a:latin typeface="Tahoma"/>
              <a:cs typeface="Tahom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052886" y="2338467"/>
            <a:ext cx="2886075" cy="53403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3300" spc="65">
                <a:solidFill>
                  <a:srgbClr val="FFFFFF"/>
                </a:solidFill>
                <a:latin typeface="Tahoma"/>
                <a:cs typeface="Tahoma"/>
              </a:rPr>
              <a:t>Important</a:t>
            </a:r>
            <a:r>
              <a:rPr dirty="0" sz="3300" spc="-11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3300" spc="-20">
                <a:solidFill>
                  <a:srgbClr val="FFFFFF"/>
                </a:solidFill>
                <a:latin typeface="Tahoma"/>
                <a:cs typeface="Tahoma"/>
              </a:rPr>
              <a:t>KPIs</a:t>
            </a:r>
            <a:endParaRPr sz="33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6333719" y="0"/>
            <a:ext cx="11954510" cy="10287635"/>
            <a:chOff x="6333719" y="0"/>
            <a:chExt cx="11954510" cy="1028763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36629" y="1931"/>
              <a:ext cx="7151369" cy="10285079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878738" y="4949"/>
              <a:ext cx="6390025" cy="10282062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4405693" y="0"/>
              <a:ext cx="3882306" cy="8554608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6333719" y="3169319"/>
              <a:ext cx="5674995" cy="5719445"/>
            </a:xfrm>
            <a:custGeom>
              <a:avLst/>
              <a:gdLst/>
              <a:ahLst/>
              <a:cxnLst/>
              <a:rect l="l" t="t" r="r" b="b"/>
              <a:pathLst>
                <a:path w="5674995" h="5719445">
                  <a:moveTo>
                    <a:pt x="5430416" y="5719119"/>
                  </a:moveTo>
                  <a:lnTo>
                    <a:pt x="244369" y="5719119"/>
                  </a:lnTo>
                  <a:lnTo>
                    <a:pt x="239399" y="5718718"/>
                  </a:lnTo>
                  <a:lnTo>
                    <a:pt x="195430" y="5707891"/>
                  </a:lnTo>
                  <a:lnTo>
                    <a:pt x="154431" y="5690565"/>
                  </a:lnTo>
                  <a:lnTo>
                    <a:pt x="116989" y="5667327"/>
                  </a:lnTo>
                  <a:lnTo>
                    <a:pt x="83694" y="5638767"/>
                  </a:lnTo>
                  <a:lnTo>
                    <a:pt x="55133" y="5605472"/>
                  </a:lnTo>
                  <a:lnTo>
                    <a:pt x="31894" y="5568031"/>
                  </a:lnTo>
                  <a:lnTo>
                    <a:pt x="14567" y="5527030"/>
                  </a:lnTo>
                  <a:lnTo>
                    <a:pt x="3739" y="5483060"/>
                  </a:lnTo>
                  <a:lnTo>
                    <a:pt x="0" y="5436708"/>
                  </a:lnTo>
                  <a:lnTo>
                    <a:pt x="0" y="285749"/>
                  </a:lnTo>
                  <a:lnTo>
                    <a:pt x="3739" y="239399"/>
                  </a:lnTo>
                  <a:lnTo>
                    <a:pt x="14567" y="195430"/>
                  </a:lnTo>
                  <a:lnTo>
                    <a:pt x="31894" y="154431"/>
                  </a:lnTo>
                  <a:lnTo>
                    <a:pt x="55133" y="116989"/>
                  </a:lnTo>
                  <a:lnTo>
                    <a:pt x="83694" y="83694"/>
                  </a:lnTo>
                  <a:lnTo>
                    <a:pt x="116989" y="55133"/>
                  </a:lnTo>
                  <a:lnTo>
                    <a:pt x="154431" y="31894"/>
                  </a:lnTo>
                  <a:lnTo>
                    <a:pt x="195430" y="14567"/>
                  </a:lnTo>
                  <a:lnTo>
                    <a:pt x="239399" y="3739"/>
                  </a:lnTo>
                  <a:lnTo>
                    <a:pt x="285750" y="0"/>
                  </a:lnTo>
                  <a:lnTo>
                    <a:pt x="5389040" y="0"/>
                  </a:lnTo>
                  <a:lnTo>
                    <a:pt x="5435385" y="3739"/>
                  </a:lnTo>
                  <a:lnTo>
                    <a:pt x="5479351" y="14567"/>
                  </a:lnTo>
                  <a:lnTo>
                    <a:pt x="5520349" y="31894"/>
                  </a:lnTo>
                  <a:lnTo>
                    <a:pt x="5557791" y="55133"/>
                  </a:lnTo>
                  <a:lnTo>
                    <a:pt x="5591088" y="83694"/>
                  </a:lnTo>
                  <a:lnTo>
                    <a:pt x="5619651" y="116989"/>
                  </a:lnTo>
                  <a:lnTo>
                    <a:pt x="5642891" y="154431"/>
                  </a:lnTo>
                  <a:lnTo>
                    <a:pt x="5660220" y="195430"/>
                  </a:lnTo>
                  <a:lnTo>
                    <a:pt x="5671049" y="239399"/>
                  </a:lnTo>
                  <a:lnTo>
                    <a:pt x="5674785" y="285749"/>
                  </a:lnTo>
                  <a:lnTo>
                    <a:pt x="5674785" y="5436708"/>
                  </a:lnTo>
                  <a:lnTo>
                    <a:pt x="5671049" y="5483060"/>
                  </a:lnTo>
                  <a:lnTo>
                    <a:pt x="5660220" y="5527030"/>
                  </a:lnTo>
                  <a:lnTo>
                    <a:pt x="5642891" y="5568031"/>
                  </a:lnTo>
                  <a:lnTo>
                    <a:pt x="5619651" y="5605472"/>
                  </a:lnTo>
                  <a:lnTo>
                    <a:pt x="5591088" y="5638767"/>
                  </a:lnTo>
                  <a:lnTo>
                    <a:pt x="5557791" y="5667327"/>
                  </a:lnTo>
                  <a:lnTo>
                    <a:pt x="5520349" y="5690565"/>
                  </a:lnTo>
                  <a:lnTo>
                    <a:pt x="5479351" y="5707891"/>
                  </a:lnTo>
                  <a:lnTo>
                    <a:pt x="5435385" y="5718718"/>
                  </a:lnTo>
                  <a:lnTo>
                    <a:pt x="5430416" y="5719119"/>
                  </a:lnTo>
                  <a:close/>
                </a:path>
              </a:pathLst>
            </a:custGeom>
            <a:solidFill>
              <a:srgbClr val="FFFFFF">
                <a:alpha val="16999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7" name="object 7"/>
          <p:cNvGrpSpPr/>
          <p:nvPr/>
        </p:nvGrpSpPr>
        <p:grpSpPr>
          <a:xfrm>
            <a:off x="409395" y="3169459"/>
            <a:ext cx="5636260" cy="5722620"/>
            <a:chOff x="409395" y="3169459"/>
            <a:chExt cx="5636260" cy="5722620"/>
          </a:xfrm>
        </p:grpSpPr>
        <p:sp>
          <p:nvSpPr>
            <p:cNvPr id="8" name="object 8"/>
            <p:cNvSpPr/>
            <p:nvPr/>
          </p:nvSpPr>
          <p:spPr>
            <a:xfrm>
              <a:off x="409395" y="3169459"/>
              <a:ext cx="5636260" cy="5722620"/>
            </a:xfrm>
            <a:custGeom>
              <a:avLst/>
              <a:gdLst/>
              <a:ahLst/>
              <a:cxnLst/>
              <a:rect l="l" t="t" r="r" b="b"/>
              <a:pathLst>
                <a:path w="5636260" h="5722620">
                  <a:moveTo>
                    <a:pt x="5350378" y="5722318"/>
                  </a:moveTo>
                  <a:lnTo>
                    <a:pt x="285750" y="5722318"/>
                  </a:lnTo>
                  <a:lnTo>
                    <a:pt x="239399" y="5718578"/>
                  </a:lnTo>
                  <a:lnTo>
                    <a:pt x="195430" y="5707751"/>
                  </a:lnTo>
                  <a:lnTo>
                    <a:pt x="154431" y="5690425"/>
                  </a:lnTo>
                  <a:lnTo>
                    <a:pt x="116989" y="5667188"/>
                  </a:lnTo>
                  <a:lnTo>
                    <a:pt x="83694" y="5638628"/>
                  </a:lnTo>
                  <a:lnTo>
                    <a:pt x="55133" y="5605333"/>
                  </a:lnTo>
                  <a:lnTo>
                    <a:pt x="31894" y="5567891"/>
                  </a:lnTo>
                  <a:lnTo>
                    <a:pt x="14567" y="5526891"/>
                  </a:lnTo>
                  <a:lnTo>
                    <a:pt x="3739" y="5482921"/>
                  </a:lnTo>
                  <a:lnTo>
                    <a:pt x="0" y="5436568"/>
                  </a:lnTo>
                  <a:lnTo>
                    <a:pt x="0" y="285749"/>
                  </a:lnTo>
                  <a:lnTo>
                    <a:pt x="3739" y="239399"/>
                  </a:lnTo>
                  <a:lnTo>
                    <a:pt x="14567" y="195430"/>
                  </a:lnTo>
                  <a:lnTo>
                    <a:pt x="31894" y="154431"/>
                  </a:lnTo>
                  <a:lnTo>
                    <a:pt x="55133" y="116989"/>
                  </a:lnTo>
                  <a:lnTo>
                    <a:pt x="83694" y="83694"/>
                  </a:lnTo>
                  <a:lnTo>
                    <a:pt x="116989" y="55133"/>
                  </a:lnTo>
                  <a:lnTo>
                    <a:pt x="154431" y="31894"/>
                  </a:lnTo>
                  <a:lnTo>
                    <a:pt x="195430" y="14567"/>
                  </a:lnTo>
                  <a:lnTo>
                    <a:pt x="239399" y="3739"/>
                  </a:lnTo>
                  <a:lnTo>
                    <a:pt x="285750" y="0"/>
                  </a:lnTo>
                  <a:lnTo>
                    <a:pt x="5350378" y="0"/>
                  </a:lnTo>
                  <a:lnTo>
                    <a:pt x="5396731" y="3739"/>
                  </a:lnTo>
                  <a:lnTo>
                    <a:pt x="5440701" y="14567"/>
                  </a:lnTo>
                  <a:lnTo>
                    <a:pt x="5481701" y="31894"/>
                  </a:lnTo>
                  <a:lnTo>
                    <a:pt x="5519143" y="55133"/>
                  </a:lnTo>
                  <a:lnTo>
                    <a:pt x="5552438" y="83694"/>
                  </a:lnTo>
                  <a:lnTo>
                    <a:pt x="5580998" y="116989"/>
                  </a:lnTo>
                  <a:lnTo>
                    <a:pt x="5604235" y="154431"/>
                  </a:lnTo>
                  <a:lnTo>
                    <a:pt x="5621562" y="195430"/>
                  </a:lnTo>
                  <a:lnTo>
                    <a:pt x="5632389" y="239399"/>
                  </a:lnTo>
                  <a:lnTo>
                    <a:pt x="5636128" y="285749"/>
                  </a:lnTo>
                  <a:lnTo>
                    <a:pt x="5636128" y="5436568"/>
                  </a:lnTo>
                  <a:lnTo>
                    <a:pt x="5632389" y="5482921"/>
                  </a:lnTo>
                  <a:lnTo>
                    <a:pt x="5621562" y="5526891"/>
                  </a:lnTo>
                  <a:lnTo>
                    <a:pt x="5604235" y="5567891"/>
                  </a:lnTo>
                  <a:lnTo>
                    <a:pt x="5580998" y="5605333"/>
                  </a:lnTo>
                  <a:lnTo>
                    <a:pt x="5552438" y="5638628"/>
                  </a:lnTo>
                  <a:lnTo>
                    <a:pt x="5519143" y="5667188"/>
                  </a:lnTo>
                  <a:lnTo>
                    <a:pt x="5481701" y="5690425"/>
                  </a:lnTo>
                  <a:lnTo>
                    <a:pt x="5440701" y="5707751"/>
                  </a:lnTo>
                  <a:lnTo>
                    <a:pt x="5396731" y="5718578"/>
                  </a:lnTo>
                  <a:lnTo>
                    <a:pt x="5350378" y="5722318"/>
                  </a:lnTo>
                  <a:close/>
                </a:path>
              </a:pathLst>
            </a:custGeom>
            <a:solidFill>
              <a:srgbClr val="FFFFFF">
                <a:alpha val="169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06842" y="5288889"/>
              <a:ext cx="4980151" cy="3009899"/>
            </a:xfrm>
            <a:prstGeom prst="rect">
              <a:avLst/>
            </a:prstGeom>
          </p:spPr>
        </p:pic>
      </p:grpSp>
      <p:pic>
        <p:nvPicPr>
          <p:cNvPr id="10" name="object 1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533083" y="5237560"/>
            <a:ext cx="5153009" cy="3312901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12170426" y="2767860"/>
            <a:ext cx="5551170" cy="6123940"/>
            <a:chOff x="12170426" y="2767860"/>
            <a:chExt cx="5551170" cy="6123940"/>
          </a:xfrm>
        </p:grpSpPr>
        <p:sp>
          <p:nvSpPr>
            <p:cNvPr id="12" name="object 12"/>
            <p:cNvSpPr/>
            <p:nvPr/>
          </p:nvSpPr>
          <p:spPr>
            <a:xfrm>
              <a:off x="12294251" y="3169458"/>
              <a:ext cx="5427345" cy="5722620"/>
            </a:xfrm>
            <a:custGeom>
              <a:avLst/>
              <a:gdLst/>
              <a:ahLst/>
              <a:cxnLst/>
              <a:rect l="l" t="t" r="r" b="b"/>
              <a:pathLst>
                <a:path w="5427344" h="5722620">
                  <a:moveTo>
                    <a:pt x="5140978" y="5722318"/>
                  </a:moveTo>
                  <a:lnTo>
                    <a:pt x="285749" y="5722318"/>
                  </a:lnTo>
                  <a:lnTo>
                    <a:pt x="239399" y="5718579"/>
                  </a:lnTo>
                  <a:lnTo>
                    <a:pt x="195430" y="5707752"/>
                  </a:lnTo>
                  <a:lnTo>
                    <a:pt x="154431" y="5690425"/>
                  </a:lnTo>
                  <a:lnTo>
                    <a:pt x="116989" y="5667188"/>
                  </a:lnTo>
                  <a:lnTo>
                    <a:pt x="83694" y="5638628"/>
                  </a:lnTo>
                  <a:lnTo>
                    <a:pt x="55133" y="5605333"/>
                  </a:lnTo>
                  <a:lnTo>
                    <a:pt x="31894" y="5567891"/>
                  </a:lnTo>
                  <a:lnTo>
                    <a:pt x="14567" y="5526891"/>
                  </a:lnTo>
                  <a:lnTo>
                    <a:pt x="3739" y="5482921"/>
                  </a:lnTo>
                  <a:lnTo>
                    <a:pt x="0" y="5436568"/>
                  </a:lnTo>
                  <a:lnTo>
                    <a:pt x="0" y="285750"/>
                  </a:lnTo>
                  <a:lnTo>
                    <a:pt x="3739" y="239399"/>
                  </a:lnTo>
                  <a:lnTo>
                    <a:pt x="14567" y="195431"/>
                  </a:lnTo>
                  <a:lnTo>
                    <a:pt x="31894" y="154431"/>
                  </a:lnTo>
                  <a:lnTo>
                    <a:pt x="55133" y="116989"/>
                  </a:lnTo>
                  <a:lnTo>
                    <a:pt x="83694" y="83694"/>
                  </a:lnTo>
                  <a:lnTo>
                    <a:pt x="116989" y="55133"/>
                  </a:lnTo>
                  <a:lnTo>
                    <a:pt x="154431" y="31894"/>
                  </a:lnTo>
                  <a:lnTo>
                    <a:pt x="195430" y="14567"/>
                  </a:lnTo>
                  <a:lnTo>
                    <a:pt x="239399" y="3739"/>
                  </a:lnTo>
                  <a:lnTo>
                    <a:pt x="285749" y="0"/>
                  </a:lnTo>
                  <a:lnTo>
                    <a:pt x="5140978" y="0"/>
                  </a:lnTo>
                  <a:lnTo>
                    <a:pt x="5187323" y="3739"/>
                  </a:lnTo>
                  <a:lnTo>
                    <a:pt x="5231290" y="14567"/>
                  </a:lnTo>
                  <a:lnTo>
                    <a:pt x="5272288" y="31894"/>
                  </a:lnTo>
                  <a:lnTo>
                    <a:pt x="5309730" y="55133"/>
                  </a:lnTo>
                  <a:lnTo>
                    <a:pt x="5343026" y="83694"/>
                  </a:lnTo>
                  <a:lnTo>
                    <a:pt x="5371589" y="116989"/>
                  </a:lnTo>
                  <a:lnTo>
                    <a:pt x="5394830" y="154431"/>
                  </a:lnTo>
                  <a:lnTo>
                    <a:pt x="5412159" y="195431"/>
                  </a:lnTo>
                  <a:lnTo>
                    <a:pt x="5422988" y="239399"/>
                  </a:lnTo>
                  <a:lnTo>
                    <a:pt x="5426728" y="285750"/>
                  </a:lnTo>
                  <a:lnTo>
                    <a:pt x="5426728" y="5436568"/>
                  </a:lnTo>
                  <a:lnTo>
                    <a:pt x="5422988" y="5482921"/>
                  </a:lnTo>
                  <a:lnTo>
                    <a:pt x="5412159" y="5526891"/>
                  </a:lnTo>
                  <a:lnTo>
                    <a:pt x="5394830" y="5567891"/>
                  </a:lnTo>
                  <a:lnTo>
                    <a:pt x="5371589" y="5605333"/>
                  </a:lnTo>
                  <a:lnTo>
                    <a:pt x="5343026" y="5638628"/>
                  </a:lnTo>
                  <a:lnTo>
                    <a:pt x="5309730" y="5667188"/>
                  </a:lnTo>
                  <a:lnTo>
                    <a:pt x="5272288" y="5690425"/>
                  </a:lnTo>
                  <a:lnTo>
                    <a:pt x="5231290" y="5707752"/>
                  </a:lnTo>
                  <a:lnTo>
                    <a:pt x="5187323" y="5718579"/>
                  </a:lnTo>
                  <a:lnTo>
                    <a:pt x="5140978" y="5722318"/>
                  </a:lnTo>
                  <a:close/>
                </a:path>
              </a:pathLst>
            </a:custGeom>
            <a:solidFill>
              <a:srgbClr val="FFFFFF">
                <a:alpha val="169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3" name="object 1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2551419" y="4945379"/>
              <a:ext cx="5010149" cy="3695699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12170426" y="2767860"/>
              <a:ext cx="803275" cy="803275"/>
            </a:xfrm>
            <a:custGeom>
              <a:avLst/>
              <a:gdLst/>
              <a:ahLst/>
              <a:cxnLst/>
              <a:rect l="l" t="t" r="r" b="b"/>
              <a:pathLst>
                <a:path w="803275" h="803275">
                  <a:moveTo>
                    <a:pt x="401457" y="802916"/>
                  </a:moveTo>
                  <a:lnTo>
                    <a:pt x="354639" y="800215"/>
                  </a:lnTo>
                  <a:lnTo>
                    <a:pt x="309407" y="792313"/>
                  </a:lnTo>
                  <a:lnTo>
                    <a:pt x="266062" y="779512"/>
                  </a:lnTo>
                  <a:lnTo>
                    <a:pt x="224907" y="762112"/>
                  </a:lnTo>
                  <a:lnTo>
                    <a:pt x="186241" y="740414"/>
                  </a:lnTo>
                  <a:lnTo>
                    <a:pt x="150366" y="714721"/>
                  </a:lnTo>
                  <a:lnTo>
                    <a:pt x="117584" y="685332"/>
                  </a:lnTo>
                  <a:lnTo>
                    <a:pt x="88195" y="652550"/>
                  </a:lnTo>
                  <a:lnTo>
                    <a:pt x="62502" y="616675"/>
                  </a:lnTo>
                  <a:lnTo>
                    <a:pt x="40804" y="578010"/>
                  </a:lnTo>
                  <a:lnTo>
                    <a:pt x="23404" y="536854"/>
                  </a:lnTo>
                  <a:lnTo>
                    <a:pt x="10602" y="493509"/>
                  </a:lnTo>
                  <a:lnTo>
                    <a:pt x="2700" y="448277"/>
                  </a:lnTo>
                  <a:lnTo>
                    <a:pt x="0" y="401458"/>
                  </a:lnTo>
                  <a:lnTo>
                    <a:pt x="2700" y="354639"/>
                  </a:lnTo>
                  <a:lnTo>
                    <a:pt x="10602" y="309407"/>
                  </a:lnTo>
                  <a:lnTo>
                    <a:pt x="23404" y="266063"/>
                  </a:lnTo>
                  <a:lnTo>
                    <a:pt x="40804" y="224907"/>
                  </a:lnTo>
                  <a:lnTo>
                    <a:pt x="62502" y="186241"/>
                  </a:lnTo>
                  <a:lnTo>
                    <a:pt x="88195" y="150366"/>
                  </a:lnTo>
                  <a:lnTo>
                    <a:pt x="117584" y="117584"/>
                  </a:lnTo>
                  <a:lnTo>
                    <a:pt x="150366" y="88195"/>
                  </a:lnTo>
                  <a:lnTo>
                    <a:pt x="186241" y="62502"/>
                  </a:lnTo>
                  <a:lnTo>
                    <a:pt x="224907" y="40804"/>
                  </a:lnTo>
                  <a:lnTo>
                    <a:pt x="266062" y="23404"/>
                  </a:lnTo>
                  <a:lnTo>
                    <a:pt x="309407" y="10602"/>
                  </a:lnTo>
                  <a:lnTo>
                    <a:pt x="354639" y="2700"/>
                  </a:lnTo>
                  <a:lnTo>
                    <a:pt x="401457" y="0"/>
                  </a:lnTo>
                  <a:lnTo>
                    <a:pt x="448276" y="2700"/>
                  </a:lnTo>
                  <a:lnTo>
                    <a:pt x="493508" y="10602"/>
                  </a:lnTo>
                  <a:lnTo>
                    <a:pt x="536853" y="23404"/>
                  </a:lnTo>
                  <a:lnTo>
                    <a:pt x="578009" y="40804"/>
                  </a:lnTo>
                  <a:lnTo>
                    <a:pt x="616675" y="62502"/>
                  </a:lnTo>
                  <a:lnTo>
                    <a:pt x="652550" y="88195"/>
                  </a:lnTo>
                  <a:lnTo>
                    <a:pt x="685332" y="117584"/>
                  </a:lnTo>
                  <a:lnTo>
                    <a:pt x="714720" y="150366"/>
                  </a:lnTo>
                  <a:lnTo>
                    <a:pt x="740414" y="186241"/>
                  </a:lnTo>
                  <a:lnTo>
                    <a:pt x="762111" y="224907"/>
                  </a:lnTo>
                  <a:lnTo>
                    <a:pt x="779511" y="266063"/>
                  </a:lnTo>
                  <a:lnTo>
                    <a:pt x="792313" y="309407"/>
                  </a:lnTo>
                  <a:lnTo>
                    <a:pt x="800215" y="354639"/>
                  </a:lnTo>
                  <a:lnTo>
                    <a:pt x="802915" y="401458"/>
                  </a:lnTo>
                  <a:lnTo>
                    <a:pt x="800215" y="448277"/>
                  </a:lnTo>
                  <a:lnTo>
                    <a:pt x="792313" y="493509"/>
                  </a:lnTo>
                  <a:lnTo>
                    <a:pt x="779511" y="536854"/>
                  </a:lnTo>
                  <a:lnTo>
                    <a:pt x="762111" y="578010"/>
                  </a:lnTo>
                  <a:lnTo>
                    <a:pt x="740414" y="616675"/>
                  </a:lnTo>
                  <a:lnTo>
                    <a:pt x="714720" y="652550"/>
                  </a:lnTo>
                  <a:lnTo>
                    <a:pt x="685332" y="685332"/>
                  </a:lnTo>
                  <a:lnTo>
                    <a:pt x="652550" y="714721"/>
                  </a:lnTo>
                  <a:lnTo>
                    <a:pt x="616675" y="740414"/>
                  </a:lnTo>
                  <a:lnTo>
                    <a:pt x="578009" y="762112"/>
                  </a:lnTo>
                  <a:lnTo>
                    <a:pt x="536853" y="779512"/>
                  </a:lnTo>
                  <a:lnTo>
                    <a:pt x="493508" y="792313"/>
                  </a:lnTo>
                  <a:lnTo>
                    <a:pt x="448276" y="800215"/>
                  </a:lnTo>
                  <a:lnTo>
                    <a:pt x="401457" y="802916"/>
                  </a:lnTo>
                  <a:close/>
                </a:path>
              </a:pathLst>
            </a:custGeom>
            <a:solidFill>
              <a:srgbClr val="D1B999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5" name="object 15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219116" rIns="0" bIns="0" rtlCol="0" vert="horz">
            <a:spAutoFit/>
          </a:bodyPr>
          <a:lstStyle/>
          <a:p>
            <a:pPr marL="706755">
              <a:lnSpc>
                <a:spcPts val="5055"/>
              </a:lnSpc>
              <a:spcBef>
                <a:spcPts val="120"/>
              </a:spcBef>
            </a:pPr>
            <a:r>
              <a:rPr dirty="0" sz="4850" spc="-25"/>
              <a:t>02</a:t>
            </a:r>
            <a:endParaRPr sz="4850"/>
          </a:p>
          <a:p>
            <a:pPr marL="706755">
              <a:lnSpc>
                <a:spcPts val="5955"/>
              </a:lnSpc>
            </a:pPr>
            <a:r>
              <a:rPr dirty="0" u="sng" baseline="-8432" sz="8400" spc="-277">
                <a:uFill>
                  <a:solidFill>
                    <a:srgbClr val="D1B999"/>
                  </a:solidFill>
                </a:uFill>
              </a:rPr>
              <a:t>AB</a:t>
            </a:r>
            <a:r>
              <a:rPr dirty="0" baseline="-8432" sz="8400" spc="-277"/>
              <a:t>OUT</a:t>
            </a:r>
            <a:r>
              <a:rPr dirty="0" baseline="-8432" sz="8400" spc="-345"/>
              <a:t> </a:t>
            </a:r>
            <a:r>
              <a:rPr dirty="0" baseline="-8432" sz="8400" spc="-615"/>
              <a:t>THE</a:t>
            </a:r>
            <a:r>
              <a:rPr dirty="0" baseline="-8432" sz="8400" spc="-345"/>
              <a:t> </a:t>
            </a:r>
            <a:r>
              <a:rPr dirty="0" baseline="-8432" sz="8400" spc="-517"/>
              <a:t>DATA</a:t>
            </a:r>
            <a:r>
              <a:rPr dirty="0" baseline="-8432" sz="8400" spc="-592"/>
              <a:t> </a:t>
            </a:r>
            <a:r>
              <a:rPr dirty="0" sz="3000" spc="-105"/>
              <a:t>(DATASET</a:t>
            </a:r>
            <a:r>
              <a:rPr dirty="0" sz="3000" spc="-125"/>
              <a:t> </a:t>
            </a:r>
            <a:r>
              <a:rPr dirty="0" sz="3000" spc="-240"/>
              <a:t>AT</a:t>
            </a:r>
            <a:r>
              <a:rPr dirty="0" sz="3000" spc="-125"/>
              <a:t> </a:t>
            </a:r>
            <a:r>
              <a:rPr dirty="0" sz="3000" spc="-130"/>
              <a:t>A</a:t>
            </a:r>
            <a:r>
              <a:rPr dirty="0" sz="3000" spc="-125"/>
              <a:t> </a:t>
            </a:r>
            <a:r>
              <a:rPr dirty="0" sz="3000" spc="-10"/>
              <a:t>GLANCE)</a:t>
            </a:r>
            <a:endParaRPr sz="3000"/>
          </a:p>
        </p:txBody>
      </p:sp>
      <p:sp>
        <p:nvSpPr>
          <p:cNvPr id="16" name="object 16"/>
          <p:cNvSpPr/>
          <p:nvPr/>
        </p:nvSpPr>
        <p:spPr>
          <a:xfrm>
            <a:off x="225782" y="2768000"/>
            <a:ext cx="803275" cy="803275"/>
          </a:xfrm>
          <a:custGeom>
            <a:avLst/>
            <a:gdLst/>
            <a:ahLst/>
            <a:cxnLst/>
            <a:rect l="l" t="t" r="r" b="b"/>
            <a:pathLst>
              <a:path w="803275" h="803275">
                <a:moveTo>
                  <a:pt x="401459" y="802917"/>
                </a:moveTo>
                <a:lnTo>
                  <a:pt x="354640" y="800216"/>
                </a:lnTo>
                <a:lnTo>
                  <a:pt x="309408" y="792314"/>
                </a:lnTo>
                <a:lnTo>
                  <a:pt x="266063" y="779513"/>
                </a:lnTo>
                <a:lnTo>
                  <a:pt x="224907" y="762112"/>
                </a:lnTo>
                <a:lnTo>
                  <a:pt x="186241" y="740415"/>
                </a:lnTo>
                <a:lnTo>
                  <a:pt x="150366" y="714721"/>
                </a:lnTo>
                <a:lnTo>
                  <a:pt x="117584" y="685332"/>
                </a:lnTo>
                <a:lnTo>
                  <a:pt x="88196" y="652550"/>
                </a:lnTo>
                <a:lnTo>
                  <a:pt x="62502" y="616675"/>
                </a:lnTo>
                <a:lnTo>
                  <a:pt x="40804" y="578009"/>
                </a:lnTo>
                <a:lnTo>
                  <a:pt x="23404" y="536854"/>
                </a:lnTo>
                <a:lnTo>
                  <a:pt x="10602" y="493509"/>
                </a:lnTo>
                <a:lnTo>
                  <a:pt x="2700" y="448277"/>
                </a:lnTo>
                <a:lnTo>
                  <a:pt x="0" y="401459"/>
                </a:lnTo>
                <a:lnTo>
                  <a:pt x="2700" y="354640"/>
                </a:lnTo>
                <a:lnTo>
                  <a:pt x="10602" y="309408"/>
                </a:lnTo>
                <a:lnTo>
                  <a:pt x="23404" y="266063"/>
                </a:lnTo>
                <a:lnTo>
                  <a:pt x="40804" y="224907"/>
                </a:lnTo>
                <a:lnTo>
                  <a:pt x="62502" y="186241"/>
                </a:lnTo>
                <a:lnTo>
                  <a:pt x="88196" y="150366"/>
                </a:lnTo>
                <a:lnTo>
                  <a:pt x="117584" y="117584"/>
                </a:lnTo>
                <a:lnTo>
                  <a:pt x="150366" y="88196"/>
                </a:lnTo>
                <a:lnTo>
                  <a:pt x="186241" y="62502"/>
                </a:lnTo>
                <a:lnTo>
                  <a:pt x="224907" y="40804"/>
                </a:lnTo>
                <a:lnTo>
                  <a:pt x="266063" y="23404"/>
                </a:lnTo>
                <a:lnTo>
                  <a:pt x="309408" y="10602"/>
                </a:lnTo>
                <a:lnTo>
                  <a:pt x="354640" y="2700"/>
                </a:lnTo>
                <a:lnTo>
                  <a:pt x="401459" y="0"/>
                </a:lnTo>
                <a:lnTo>
                  <a:pt x="448277" y="2700"/>
                </a:lnTo>
                <a:lnTo>
                  <a:pt x="493509" y="10602"/>
                </a:lnTo>
                <a:lnTo>
                  <a:pt x="536853" y="23404"/>
                </a:lnTo>
                <a:lnTo>
                  <a:pt x="578009" y="40804"/>
                </a:lnTo>
                <a:lnTo>
                  <a:pt x="616675" y="62502"/>
                </a:lnTo>
                <a:lnTo>
                  <a:pt x="652549" y="88196"/>
                </a:lnTo>
                <a:lnTo>
                  <a:pt x="685332" y="117584"/>
                </a:lnTo>
                <a:lnTo>
                  <a:pt x="714720" y="150366"/>
                </a:lnTo>
                <a:lnTo>
                  <a:pt x="740414" y="186241"/>
                </a:lnTo>
                <a:lnTo>
                  <a:pt x="762112" y="224907"/>
                </a:lnTo>
                <a:lnTo>
                  <a:pt x="779512" y="266063"/>
                </a:lnTo>
                <a:lnTo>
                  <a:pt x="792314" y="309408"/>
                </a:lnTo>
                <a:lnTo>
                  <a:pt x="800216" y="354640"/>
                </a:lnTo>
                <a:lnTo>
                  <a:pt x="802917" y="401459"/>
                </a:lnTo>
                <a:lnTo>
                  <a:pt x="800216" y="448277"/>
                </a:lnTo>
                <a:lnTo>
                  <a:pt x="792314" y="493509"/>
                </a:lnTo>
                <a:lnTo>
                  <a:pt x="779512" y="536854"/>
                </a:lnTo>
                <a:lnTo>
                  <a:pt x="762112" y="578009"/>
                </a:lnTo>
                <a:lnTo>
                  <a:pt x="740414" y="616675"/>
                </a:lnTo>
                <a:lnTo>
                  <a:pt x="714720" y="652550"/>
                </a:lnTo>
                <a:lnTo>
                  <a:pt x="685332" y="685332"/>
                </a:lnTo>
                <a:lnTo>
                  <a:pt x="652549" y="714721"/>
                </a:lnTo>
                <a:lnTo>
                  <a:pt x="616675" y="740415"/>
                </a:lnTo>
                <a:lnTo>
                  <a:pt x="578009" y="762112"/>
                </a:lnTo>
                <a:lnTo>
                  <a:pt x="536853" y="779513"/>
                </a:lnTo>
                <a:lnTo>
                  <a:pt x="493509" y="792314"/>
                </a:lnTo>
                <a:lnTo>
                  <a:pt x="448277" y="800216"/>
                </a:lnTo>
                <a:lnTo>
                  <a:pt x="401459" y="802917"/>
                </a:lnTo>
                <a:close/>
              </a:path>
            </a:pathLst>
          </a:custGeom>
          <a:solidFill>
            <a:srgbClr val="D1B99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 txBox="1"/>
          <p:nvPr/>
        </p:nvSpPr>
        <p:spPr>
          <a:xfrm>
            <a:off x="478730" y="2674614"/>
            <a:ext cx="4645025" cy="1955800"/>
          </a:xfrm>
          <a:prstGeom prst="rect">
            <a:avLst/>
          </a:prstGeom>
        </p:spPr>
        <p:txBody>
          <a:bodyPr wrap="square" lIns="0" tIns="1936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525"/>
              </a:spcBef>
            </a:pPr>
            <a:r>
              <a:rPr dirty="0" sz="3500" spc="10" b="1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  <a:endParaRPr sz="3500">
              <a:latin typeface="Trebuchet MS"/>
              <a:cs typeface="Trebuchet MS"/>
            </a:endParaRPr>
          </a:p>
          <a:p>
            <a:pPr marL="231140" marR="5080">
              <a:lnSpc>
                <a:spcPts val="3629"/>
              </a:lnSpc>
              <a:spcBef>
                <a:spcPts val="2300"/>
              </a:spcBef>
            </a:pPr>
            <a:r>
              <a:rPr dirty="0" sz="3700" spc="125">
                <a:solidFill>
                  <a:srgbClr val="FFFFFF"/>
                </a:solidFill>
                <a:latin typeface="Tahoma"/>
                <a:cs typeface="Tahoma"/>
              </a:rPr>
              <a:t>What</a:t>
            </a:r>
            <a:r>
              <a:rPr dirty="0" sz="3700" spc="-17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3700" spc="-165">
                <a:solidFill>
                  <a:srgbClr val="FFFFFF"/>
                </a:solidFill>
                <a:latin typeface="Tahoma"/>
                <a:cs typeface="Tahoma"/>
              </a:rPr>
              <a:t>Is</a:t>
            </a:r>
            <a:r>
              <a:rPr dirty="0" sz="3700" spc="-17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3700" spc="120">
                <a:solidFill>
                  <a:srgbClr val="FFFFFF"/>
                </a:solidFill>
                <a:latin typeface="Tahoma"/>
                <a:cs typeface="Tahoma"/>
              </a:rPr>
              <a:t>the</a:t>
            </a:r>
            <a:r>
              <a:rPr dirty="0" sz="3700" spc="-17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3700" spc="100">
                <a:solidFill>
                  <a:srgbClr val="FFFFFF"/>
                </a:solidFill>
                <a:latin typeface="Tahoma"/>
                <a:cs typeface="Tahoma"/>
              </a:rPr>
              <a:t>Attrition </a:t>
            </a:r>
            <a:r>
              <a:rPr dirty="0" sz="3700" spc="65">
                <a:solidFill>
                  <a:srgbClr val="FFFFFF"/>
                </a:solidFill>
                <a:latin typeface="Tahoma"/>
                <a:cs typeface="Tahoma"/>
              </a:rPr>
              <a:t>Rate</a:t>
            </a:r>
            <a:r>
              <a:rPr dirty="0" sz="3700" spc="-17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3700" spc="90">
                <a:solidFill>
                  <a:srgbClr val="FFFFFF"/>
                </a:solidFill>
                <a:latin typeface="Tahoma"/>
                <a:cs typeface="Tahoma"/>
              </a:rPr>
              <a:t>Distribution?</a:t>
            </a:r>
            <a:endParaRPr sz="3700">
              <a:latin typeface="Tahoma"/>
              <a:cs typeface="Tahoma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6209894" y="2767860"/>
            <a:ext cx="803275" cy="803275"/>
          </a:xfrm>
          <a:custGeom>
            <a:avLst/>
            <a:gdLst/>
            <a:ahLst/>
            <a:cxnLst/>
            <a:rect l="l" t="t" r="r" b="b"/>
            <a:pathLst>
              <a:path w="803275" h="803275">
                <a:moveTo>
                  <a:pt x="401457" y="802916"/>
                </a:moveTo>
                <a:lnTo>
                  <a:pt x="354639" y="800215"/>
                </a:lnTo>
                <a:lnTo>
                  <a:pt x="309407" y="792313"/>
                </a:lnTo>
                <a:lnTo>
                  <a:pt x="266062" y="779512"/>
                </a:lnTo>
                <a:lnTo>
                  <a:pt x="224906" y="762112"/>
                </a:lnTo>
                <a:lnTo>
                  <a:pt x="186241" y="740414"/>
                </a:lnTo>
                <a:lnTo>
                  <a:pt x="150366" y="714721"/>
                </a:lnTo>
                <a:lnTo>
                  <a:pt x="117584" y="685332"/>
                </a:lnTo>
                <a:lnTo>
                  <a:pt x="88195" y="652550"/>
                </a:lnTo>
                <a:lnTo>
                  <a:pt x="62502" y="616675"/>
                </a:lnTo>
                <a:lnTo>
                  <a:pt x="40804" y="578010"/>
                </a:lnTo>
                <a:lnTo>
                  <a:pt x="23404" y="536854"/>
                </a:lnTo>
                <a:lnTo>
                  <a:pt x="10602" y="493509"/>
                </a:lnTo>
                <a:lnTo>
                  <a:pt x="2700" y="448277"/>
                </a:lnTo>
                <a:lnTo>
                  <a:pt x="0" y="401458"/>
                </a:lnTo>
                <a:lnTo>
                  <a:pt x="2700" y="354639"/>
                </a:lnTo>
                <a:lnTo>
                  <a:pt x="10602" y="309407"/>
                </a:lnTo>
                <a:lnTo>
                  <a:pt x="23404" y="266063"/>
                </a:lnTo>
                <a:lnTo>
                  <a:pt x="40804" y="224907"/>
                </a:lnTo>
                <a:lnTo>
                  <a:pt x="62502" y="186241"/>
                </a:lnTo>
                <a:lnTo>
                  <a:pt x="88195" y="150366"/>
                </a:lnTo>
                <a:lnTo>
                  <a:pt x="117584" y="117584"/>
                </a:lnTo>
                <a:lnTo>
                  <a:pt x="150366" y="88195"/>
                </a:lnTo>
                <a:lnTo>
                  <a:pt x="186241" y="62502"/>
                </a:lnTo>
                <a:lnTo>
                  <a:pt x="224906" y="40804"/>
                </a:lnTo>
                <a:lnTo>
                  <a:pt x="266062" y="23404"/>
                </a:lnTo>
                <a:lnTo>
                  <a:pt x="309407" y="10602"/>
                </a:lnTo>
                <a:lnTo>
                  <a:pt x="354639" y="2700"/>
                </a:lnTo>
                <a:lnTo>
                  <a:pt x="401457" y="0"/>
                </a:lnTo>
                <a:lnTo>
                  <a:pt x="448276" y="2700"/>
                </a:lnTo>
                <a:lnTo>
                  <a:pt x="493508" y="10602"/>
                </a:lnTo>
                <a:lnTo>
                  <a:pt x="536853" y="23404"/>
                </a:lnTo>
                <a:lnTo>
                  <a:pt x="578009" y="40804"/>
                </a:lnTo>
                <a:lnTo>
                  <a:pt x="616675" y="62502"/>
                </a:lnTo>
                <a:lnTo>
                  <a:pt x="652549" y="88195"/>
                </a:lnTo>
                <a:lnTo>
                  <a:pt x="685331" y="117584"/>
                </a:lnTo>
                <a:lnTo>
                  <a:pt x="714720" y="150366"/>
                </a:lnTo>
                <a:lnTo>
                  <a:pt x="740413" y="186241"/>
                </a:lnTo>
                <a:lnTo>
                  <a:pt x="762111" y="224907"/>
                </a:lnTo>
                <a:lnTo>
                  <a:pt x="779511" y="266063"/>
                </a:lnTo>
                <a:lnTo>
                  <a:pt x="792313" y="309407"/>
                </a:lnTo>
                <a:lnTo>
                  <a:pt x="800214" y="354639"/>
                </a:lnTo>
                <a:lnTo>
                  <a:pt x="802915" y="401458"/>
                </a:lnTo>
                <a:lnTo>
                  <a:pt x="800214" y="448277"/>
                </a:lnTo>
                <a:lnTo>
                  <a:pt x="792313" y="493509"/>
                </a:lnTo>
                <a:lnTo>
                  <a:pt x="779511" y="536854"/>
                </a:lnTo>
                <a:lnTo>
                  <a:pt x="762111" y="578010"/>
                </a:lnTo>
                <a:lnTo>
                  <a:pt x="740413" y="616675"/>
                </a:lnTo>
                <a:lnTo>
                  <a:pt x="714720" y="652550"/>
                </a:lnTo>
                <a:lnTo>
                  <a:pt x="685331" y="685332"/>
                </a:lnTo>
                <a:lnTo>
                  <a:pt x="652549" y="714721"/>
                </a:lnTo>
                <a:lnTo>
                  <a:pt x="616675" y="740414"/>
                </a:lnTo>
                <a:lnTo>
                  <a:pt x="578009" y="762112"/>
                </a:lnTo>
                <a:lnTo>
                  <a:pt x="536853" y="779512"/>
                </a:lnTo>
                <a:lnTo>
                  <a:pt x="493508" y="792313"/>
                </a:lnTo>
                <a:lnTo>
                  <a:pt x="448276" y="800215"/>
                </a:lnTo>
                <a:lnTo>
                  <a:pt x="401457" y="802916"/>
                </a:lnTo>
                <a:close/>
              </a:path>
            </a:pathLst>
          </a:custGeom>
          <a:solidFill>
            <a:srgbClr val="D1B99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 txBox="1"/>
          <p:nvPr/>
        </p:nvSpPr>
        <p:spPr>
          <a:xfrm>
            <a:off x="6446832" y="2656266"/>
            <a:ext cx="5263515" cy="1898014"/>
          </a:xfrm>
          <a:prstGeom prst="rect">
            <a:avLst/>
          </a:prstGeom>
        </p:spPr>
        <p:txBody>
          <a:bodyPr wrap="square" lIns="0" tIns="21209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670"/>
              </a:spcBef>
            </a:pPr>
            <a:r>
              <a:rPr dirty="0" sz="3500" spc="254" b="1">
                <a:solidFill>
                  <a:srgbClr val="FFFFFF"/>
                </a:solidFill>
                <a:latin typeface="Trebuchet MS"/>
                <a:cs typeface="Trebuchet MS"/>
              </a:rPr>
              <a:t>4</a:t>
            </a:r>
            <a:endParaRPr sz="3500">
              <a:latin typeface="Trebuchet MS"/>
              <a:cs typeface="Trebuchet MS"/>
            </a:endParaRPr>
          </a:p>
          <a:p>
            <a:pPr marL="229235" marR="5080">
              <a:lnSpc>
                <a:spcPts val="3350"/>
              </a:lnSpc>
              <a:spcBef>
                <a:spcPts val="2260"/>
              </a:spcBef>
            </a:pPr>
            <a:r>
              <a:rPr dirty="0" sz="3400" spc="114">
                <a:solidFill>
                  <a:srgbClr val="FFFFFF"/>
                </a:solidFill>
                <a:latin typeface="Tahoma"/>
                <a:cs typeface="Tahoma"/>
              </a:rPr>
              <a:t>What</a:t>
            </a:r>
            <a:r>
              <a:rPr dirty="0" sz="3400" spc="-155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3400" spc="-145">
                <a:solidFill>
                  <a:srgbClr val="FFFFFF"/>
                </a:solidFill>
                <a:latin typeface="Tahoma"/>
                <a:cs typeface="Tahoma"/>
              </a:rPr>
              <a:t>Is</a:t>
            </a:r>
            <a:r>
              <a:rPr dirty="0" sz="3400" spc="-15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3400" spc="114">
                <a:solidFill>
                  <a:srgbClr val="FFFFFF"/>
                </a:solidFill>
                <a:latin typeface="Tahoma"/>
                <a:cs typeface="Tahoma"/>
              </a:rPr>
              <a:t>the</a:t>
            </a:r>
            <a:r>
              <a:rPr dirty="0" sz="3400" spc="-155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3400" spc="100">
                <a:solidFill>
                  <a:srgbClr val="FFFFFF"/>
                </a:solidFill>
                <a:latin typeface="Tahoma"/>
                <a:cs typeface="Tahoma"/>
              </a:rPr>
              <a:t>Preformance </a:t>
            </a:r>
            <a:r>
              <a:rPr dirty="0" sz="3400">
                <a:solidFill>
                  <a:srgbClr val="FFFFFF"/>
                </a:solidFill>
                <a:latin typeface="Tahoma"/>
                <a:cs typeface="Tahoma"/>
              </a:rPr>
              <a:t>Rating</a:t>
            </a:r>
            <a:r>
              <a:rPr dirty="0" sz="3400" spc="-65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3400" spc="75">
                <a:solidFill>
                  <a:srgbClr val="FFFFFF"/>
                </a:solidFill>
                <a:latin typeface="Tahoma"/>
                <a:cs typeface="Tahoma"/>
              </a:rPr>
              <a:t>Per</a:t>
            </a:r>
            <a:r>
              <a:rPr dirty="0" sz="3400" spc="-6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3400" spc="114">
                <a:solidFill>
                  <a:srgbClr val="FFFFFF"/>
                </a:solidFill>
                <a:latin typeface="Tahoma"/>
                <a:cs typeface="Tahoma"/>
              </a:rPr>
              <a:t>Department??</a:t>
            </a:r>
            <a:endParaRPr sz="3400">
              <a:latin typeface="Tahoma"/>
              <a:cs typeface="Tahom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2413307" y="2618109"/>
            <a:ext cx="4654550" cy="2174240"/>
          </a:xfrm>
          <a:prstGeom prst="rect">
            <a:avLst/>
          </a:prstGeom>
        </p:spPr>
        <p:txBody>
          <a:bodyPr wrap="square" lIns="0" tIns="25019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70"/>
              </a:spcBef>
            </a:pPr>
            <a:r>
              <a:rPr dirty="0" sz="3500" spc="175" b="1">
                <a:solidFill>
                  <a:srgbClr val="FFFFFF"/>
                </a:solidFill>
                <a:latin typeface="Trebuchet MS"/>
                <a:cs typeface="Trebuchet MS"/>
              </a:rPr>
              <a:t>5</a:t>
            </a:r>
            <a:endParaRPr sz="3500">
              <a:latin typeface="Trebuchet MS"/>
              <a:cs typeface="Trebuchet MS"/>
            </a:endParaRPr>
          </a:p>
          <a:p>
            <a:pPr marL="137795" marR="5080">
              <a:lnSpc>
                <a:spcPts val="2880"/>
              </a:lnSpc>
              <a:spcBef>
                <a:spcPts val="2195"/>
              </a:spcBef>
            </a:pPr>
            <a:r>
              <a:rPr dirty="0" sz="2900" spc="114">
                <a:solidFill>
                  <a:srgbClr val="FFFFFF"/>
                </a:solidFill>
                <a:latin typeface="Tahoma"/>
                <a:cs typeface="Tahoma"/>
              </a:rPr>
              <a:t>What</a:t>
            </a:r>
            <a:r>
              <a:rPr dirty="0" sz="2900" spc="-125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2900" spc="100">
                <a:solidFill>
                  <a:srgbClr val="FFFFFF"/>
                </a:solidFill>
                <a:latin typeface="Tahoma"/>
                <a:cs typeface="Tahoma"/>
              </a:rPr>
              <a:t>is</a:t>
            </a:r>
            <a:r>
              <a:rPr dirty="0" sz="2900" spc="-125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2900" spc="114">
                <a:solidFill>
                  <a:srgbClr val="FFFFFF"/>
                </a:solidFill>
                <a:latin typeface="Tahoma"/>
                <a:cs typeface="Tahoma"/>
              </a:rPr>
              <a:t>the</a:t>
            </a:r>
            <a:r>
              <a:rPr dirty="0" sz="2900" spc="-125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2900" spc="110">
                <a:solidFill>
                  <a:srgbClr val="FFFFFF"/>
                </a:solidFill>
                <a:latin typeface="Tahoma"/>
                <a:cs typeface="Tahoma"/>
              </a:rPr>
              <a:t>distribution</a:t>
            </a:r>
            <a:r>
              <a:rPr dirty="0" sz="2900" spc="-125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2900" spc="70">
                <a:solidFill>
                  <a:srgbClr val="FFFFFF"/>
                </a:solidFill>
                <a:latin typeface="Tahoma"/>
                <a:cs typeface="Tahoma"/>
              </a:rPr>
              <a:t>of </a:t>
            </a:r>
            <a:r>
              <a:rPr dirty="0" sz="2900" spc="90">
                <a:solidFill>
                  <a:srgbClr val="FFFFFF"/>
                </a:solidFill>
                <a:latin typeface="Tahoma"/>
                <a:cs typeface="Tahoma"/>
              </a:rPr>
              <a:t>job</a:t>
            </a:r>
            <a:r>
              <a:rPr dirty="0" sz="2900" spc="-114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2900" spc="114">
                <a:solidFill>
                  <a:srgbClr val="FFFFFF"/>
                </a:solidFill>
                <a:latin typeface="Tahoma"/>
                <a:cs typeface="Tahoma"/>
              </a:rPr>
              <a:t>satisfaction</a:t>
            </a:r>
            <a:r>
              <a:rPr dirty="0" sz="2900" spc="-114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2900" spc="65">
                <a:solidFill>
                  <a:srgbClr val="FFFFFF"/>
                </a:solidFill>
                <a:latin typeface="Tahoma"/>
                <a:cs typeface="Tahoma"/>
              </a:rPr>
              <a:t>levels </a:t>
            </a:r>
            <a:r>
              <a:rPr dirty="0" sz="2900" spc="85">
                <a:solidFill>
                  <a:srgbClr val="FFFFFF"/>
                </a:solidFill>
                <a:latin typeface="Tahoma"/>
                <a:cs typeface="Tahoma"/>
              </a:rPr>
              <a:t>among</a:t>
            </a:r>
            <a:r>
              <a:rPr dirty="0" sz="2900" spc="-11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2900" spc="130">
                <a:solidFill>
                  <a:srgbClr val="FFFFFF"/>
                </a:solidFill>
                <a:latin typeface="Tahoma"/>
                <a:cs typeface="Tahoma"/>
              </a:rPr>
              <a:t>employees?</a:t>
            </a:r>
            <a:endParaRPr sz="29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8288000" cy="10287000"/>
            <a:chOff x="0" y="0"/>
            <a:chExt cx="18288000" cy="10287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5138623" cy="10286999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263741" y="0"/>
              <a:ext cx="3943165" cy="10286999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149610" y="0"/>
              <a:ext cx="15138388" cy="7589946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5587913" y="2547235"/>
              <a:ext cx="5822315" cy="847090"/>
            </a:xfrm>
            <a:custGeom>
              <a:avLst/>
              <a:gdLst/>
              <a:ahLst/>
              <a:cxnLst/>
              <a:rect l="l" t="t" r="r" b="b"/>
              <a:pathLst>
                <a:path w="5822315" h="847089">
                  <a:moveTo>
                    <a:pt x="5398632" y="846920"/>
                  </a:moveTo>
                  <a:lnTo>
                    <a:pt x="423461" y="846920"/>
                  </a:lnTo>
                  <a:lnTo>
                    <a:pt x="375679" y="844217"/>
                  </a:lnTo>
                  <a:lnTo>
                    <a:pt x="328875" y="836223"/>
                  </a:lnTo>
                  <a:lnTo>
                    <a:pt x="283463" y="823109"/>
                  </a:lnTo>
                  <a:lnTo>
                    <a:pt x="239858" y="805048"/>
                  </a:lnTo>
                  <a:lnTo>
                    <a:pt x="198474" y="782209"/>
                  </a:lnTo>
                  <a:lnTo>
                    <a:pt x="159726" y="754767"/>
                  </a:lnTo>
                  <a:lnTo>
                    <a:pt x="124028" y="722891"/>
                  </a:lnTo>
                  <a:lnTo>
                    <a:pt x="92153" y="687193"/>
                  </a:lnTo>
                  <a:lnTo>
                    <a:pt x="64710" y="648446"/>
                  </a:lnTo>
                  <a:lnTo>
                    <a:pt x="41872" y="607062"/>
                  </a:lnTo>
                  <a:lnTo>
                    <a:pt x="23810" y="563457"/>
                  </a:lnTo>
                  <a:lnTo>
                    <a:pt x="10697" y="518046"/>
                  </a:lnTo>
                  <a:lnTo>
                    <a:pt x="2702" y="471242"/>
                  </a:lnTo>
                  <a:lnTo>
                    <a:pt x="0" y="423461"/>
                  </a:lnTo>
                  <a:lnTo>
                    <a:pt x="2702" y="375679"/>
                  </a:lnTo>
                  <a:lnTo>
                    <a:pt x="10697" y="328875"/>
                  </a:lnTo>
                  <a:lnTo>
                    <a:pt x="23810" y="283463"/>
                  </a:lnTo>
                  <a:lnTo>
                    <a:pt x="41872" y="239858"/>
                  </a:lnTo>
                  <a:lnTo>
                    <a:pt x="64710" y="198474"/>
                  </a:lnTo>
                  <a:lnTo>
                    <a:pt x="92153" y="159726"/>
                  </a:lnTo>
                  <a:lnTo>
                    <a:pt x="124028" y="124028"/>
                  </a:lnTo>
                  <a:lnTo>
                    <a:pt x="159726" y="92153"/>
                  </a:lnTo>
                  <a:lnTo>
                    <a:pt x="198474" y="64710"/>
                  </a:lnTo>
                  <a:lnTo>
                    <a:pt x="239858" y="41872"/>
                  </a:lnTo>
                  <a:lnTo>
                    <a:pt x="283463" y="23810"/>
                  </a:lnTo>
                  <a:lnTo>
                    <a:pt x="328875" y="10697"/>
                  </a:lnTo>
                  <a:lnTo>
                    <a:pt x="375679" y="2702"/>
                  </a:lnTo>
                  <a:lnTo>
                    <a:pt x="423461" y="0"/>
                  </a:lnTo>
                  <a:lnTo>
                    <a:pt x="5398632" y="0"/>
                  </a:lnTo>
                  <a:lnTo>
                    <a:pt x="5446418" y="2702"/>
                  </a:lnTo>
                  <a:lnTo>
                    <a:pt x="5493226" y="10697"/>
                  </a:lnTo>
                  <a:lnTo>
                    <a:pt x="5538640" y="23810"/>
                  </a:lnTo>
                  <a:lnTo>
                    <a:pt x="5582246" y="41872"/>
                  </a:lnTo>
                  <a:lnTo>
                    <a:pt x="5623629" y="64710"/>
                  </a:lnTo>
                  <a:lnTo>
                    <a:pt x="5662375" y="92153"/>
                  </a:lnTo>
                  <a:lnTo>
                    <a:pt x="5698068" y="124028"/>
                  </a:lnTo>
                  <a:lnTo>
                    <a:pt x="5729939" y="159726"/>
                  </a:lnTo>
                  <a:lnTo>
                    <a:pt x="5757379" y="198474"/>
                  </a:lnTo>
                  <a:lnTo>
                    <a:pt x="5780216" y="239858"/>
                  </a:lnTo>
                  <a:lnTo>
                    <a:pt x="5798278" y="283463"/>
                  </a:lnTo>
                  <a:lnTo>
                    <a:pt x="5811393" y="328875"/>
                  </a:lnTo>
                  <a:lnTo>
                    <a:pt x="5819388" y="375679"/>
                  </a:lnTo>
                  <a:lnTo>
                    <a:pt x="5822091" y="423461"/>
                  </a:lnTo>
                  <a:lnTo>
                    <a:pt x="5819388" y="471242"/>
                  </a:lnTo>
                  <a:lnTo>
                    <a:pt x="5811393" y="518046"/>
                  </a:lnTo>
                  <a:lnTo>
                    <a:pt x="5798278" y="563457"/>
                  </a:lnTo>
                  <a:lnTo>
                    <a:pt x="5780216" y="607062"/>
                  </a:lnTo>
                  <a:lnTo>
                    <a:pt x="5757379" y="648446"/>
                  </a:lnTo>
                  <a:lnTo>
                    <a:pt x="5729939" y="687193"/>
                  </a:lnTo>
                  <a:lnTo>
                    <a:pt x="5698068" y="722891"/>
                  </a:lnTo>
                  <a:lnTo>
                    <a:pt x="5662375" y="754767"/>
                  </a:lnTo>
                  <a:lnTo>
                    <a:pt x="5623629" y="782209"/>
                  </a:lnTo>
                  <a:lnTo>
                    <a:pt x="5582246" y="805048"/>
                  </a:lnTo>
                  <a:lnTo>
                    <a:pt x="5538640" y="823109"/>
                  </a:lnTo>
                  <a:lnTo>
                    <a:pt x="5493226" y="836223"/>
                  </a:lnTo>
                  <a:lnTo>
                    <a:pt x="5446418" y="844217"/>
                  </a:lnTo>
                  <a:lnTo>
                    <a:pt x="5398632" y="846920"/>
                  </a:lnTo>
                  <a:close/>
                </a:path>
              </a:pathLst>
            </a:custGeom>
            <a:solidFill>
              <a:srgbClr val="FFFFFF">
                <a:alpha val="409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5587913" y="2547235"/>
              <a:ext cx="939800" cy="847090"/>
            </a:xfrm>
            <a:custGeom>
              <a:avLst/>
              <a:gdLst/>
              <a:ahLst/>
              <a:cxnLst/>
              <a:rect l="l" t="t" r="r" b="b"/>
              <a:pathLst>
                <a:path w="939800" h="847089">
                  <a:moveTo>
                    <a:pt x="517199" y="846924"/>
                  </a:moveTo>
                  <a:lnTo>
                    <a:pt x="423473" y="846924"/>
                  </a:lnTo>
                  <a:lnTo>
                    <a:pt x="375688" y="844223"/>
                  </a:lnTo>
                  <a:lnTo>
                    <a:pt x="328880" y="836228"/>
                  </a:lnTo>
                  <a:lnTo>
                    <a:pt x="283466" y="823113"/>
                  </a:lnTo>
                  <a:lnTo>
                    <a:pt x="239860" y="805051"/>
                  </a:lnTo>
                  <a:lnTo>
                    <a:pt x="198477" y="782214"/>
                  </a:lnTo>
                  <a:lnTo>
                    <a:pt x="159731" y="754774"/>
                  </a:lnTo>
                  <a:lnTo>
                    <a:pt x="124038" y="722903"/>
                  </a:lnTo>
                  <a:lnTo>
                    <a:pt x="92156" y="687198"/>
                  </a:lnTo>
                  <a:lnTo>
                    <a:pt x="64708" y="648445"/>
                  </a:lnTo>
                  <a:lnTo>
                    <a:pt x="41865" y="607058"/>
                  </a:lnTo>
                  <a:lnTo>
                    <a:pt x="23800" y="563451"/>
                  </a:lnTo>
                  <a:lnTo>
                    <a:pt x="10683" y="518039"/>
                  </a:lnTo>
                  <a:lnTo>
                    <a:pt x="2688" y="471238"/>
                  </a:lnTo>
                  <a:lnTo>
                    <a:pt x="0" y="423461"/>
                  </a:lnTo>
                  <a:lnTo>
                    <a:pt x="2688" y="375679"/>
                  </a:lnTo>
                  <a:lnTo>
                    <a:pt x="10683" y="328875"/>
                  </a:lnTo>
                  <a:lnTo>
                    <a:pt x="23800" y="283463"/>
                  </a:lnTo>
                  <a:lnTo>
                    <a:pt x="41865" y="239858"/>
                  </a:lnTo>
                  <a:lnTo>
                    <a:pt x="64708" y="198474"/>
                  </a:lnTo>
                  <a:lnTo>
                    <a:pt x="92156" y="159726"/>
                  </a:lnTo>
                  <a:lnTo>
                    <a:pt x="124038" y="124029"/>
                  </a:lnTo>
                  <a:lnTo>
                    <a:pt x="159731" y="92153"/>
                  </a:lnTo>
                  <a:lnTo>
                    <a:pt x="198477" y="64710"/>
                  </a:lnTo>
                  <a:lnTo>
                    <a:pt x="239860" y="41872"/>
                  </a:lnTo>
                  <a:lnTo>
                    <a:pt x="283466" y="23810"/>
                  </a:lnTo>
                  <a:lnTo>
                    <a:pt x="328880" y="10696"/>
                  </a:lnTo>
                  <a:lnTo>
                    <a:pt x="375688" y="2702"/>
                  </a:lnTo>
                  <a:lnTo>
                    <a:pt x="423473" y="0"/>
                  </a:lnTo>
                  <a:lnTo>
                    <a:pt x="517199" y="0"/>
                  </a:lnTo>
                  <a:lnTo>
                    <a:pt x="564974" y="2702"/>
                  </a:lnTo>
                  <a:lnTo>
                    <a:pt x="611773" y="10696"/>
                  </a:lnTo>
                  <a:lnTo>
                    <a:pt x="657182" y="23810"/>
                  </a:lnTo>
                  <a:lnTo>
                    <a:pt x="700785" y="41872"/>
                  </a:lnTo>
                  <a:lnTo>
                    <a:pt x="742166" y="64710"/>
                  </a:lnTo>
                  <a:lnTo>
                    <a:pt x="780911" y="92153"/>
                  </a:lnTo>
                  <a:lnTo>
                    <a:pt x="816604" y="124029"/>
                  </a:lnTo>
                  <a:lnTo>
                    <a:pt x="848487" y="159726"/>
                  </a:lnTo>
                  <a:lnTo>
                    <a:pt x="875935" y="198474"/>
                  </a:lnTo>
                  <a:lnTo>
                    <a:pt x="898777" y="239858"/>
                  </a:lnTo>
                  <a:lnTo>
                    <a:pt x="916843" y="283463"/>
                  </a:lnTo>
                  <a:lnTo>
                    <a:pt x="929959" y="328875"/>
                  </a:lnTo>
                  <a:lnTo>
                    <a:pt x="937955" y="375679"/>
                  </a:lnTo>
                  <a:lnTo>
                    <a:pt x="939556" y="403990"/>
                  </a:lnTo>
                  <a:lnTo>
                    <a:pt x="939556" y="442930"/>
                  </a:lnTo>
                  <a:lnTo>
                    <a:pt x="929959" y="518039"/>
                  </a:lnTo>
                  <a:lnTo>
                    <a:pt x="916843" y="563451"/>
                  </a:lnTo>
                  <a:lnTo>
                    <a:pt x="898777" y="607058"/>
                  </a:lnTo>
                  <a:lnTo>
                    <a:pt x="875935" y="648445"/>
                  </a:lnTo>
                  <a:lnTo>
                    <a:pt x="848487" y="687198"/>
                  </a:lnTo>
                  <a:lnTo>
                    <a:pt x="816604" y="722903"/>
                  </a:lnTo>
                  <a:lnTo>
                    <a:pt x="780911" y="754774"/>
                  </a:lnTo>
                  <a:lnTo>
                    <a:pt x="742166" y="782214"/>
                  </a:lnTo>
                  <a:lnTo>
                    <a:pt x="700785" y="805051"/>
                  </a:lnTo>
                  <a:lnTo>
                    <a:pt x="657182" y="823113"/>
                  </a:lnTo>
                  <a:lnTo>
                    <a:pt x="611773" y="836228"/>
                  </a:lnTo>
                  <a:lnTo>
                    <a:pt x="564974" y="844223"/>
                  </a:lnTo>
                  <a:lnTo>
                    <a:pt x="517199" y="846924"/>
                  </a:lnTo>
                  <a:close/>
                </a:path>
              </a:pathLst>
            </a:custGeom>
            <a:solidFill>
              <a:srgbClr val="D1B999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11878675" y="2493262"/>
              <a:ext cx="5240655" cy="847090"/>
            </a:xfrm>
            <a:custGeom>
              <a:avLst/>
              <a:gdLst/>
              <a:ahLst/>
              <a:cxnLst/>
              <a:rect l="l" t="t" r="r" b="b"/>
              <a:pathLst>
                <a:path w="5240655" h="847089">
                  <a:moveTo>
                    <a:pt x="4817597" y="846924"/>
                  </a:moveTo>
                  <a:lnTo>
                    <a:pt x="423460" y="846924"/>
                  </a:lnTo>
                  <a:lnTo>
                    <a:pt x="375678" y="844219"/>
                  </a:lnTo>
                  <a:lnTo>
                    <a:pt x="328874" y="836225"/>
                  </a:lnTo>
                  <a:lnTo>
                    <a:pt x="283463" y="823111"/>
                  </a:lnTo>
                  <a:lnTo>
                    <a:pt x="239858" y="805049"/>
                  </a:lnTo>
                  <a:lnTo>
                    <a:pt x="198474" y="782211"/>
                  </a:lnTo>
                  <a:lnTo>
                    <a:pt x="159726" y="754768"/>
                  </a:lnTo>
                  <a:lnTo>
                    <a:pt x="124028" y="722892"/>
                  </a:lnTo>
                  <a:lnTo>
                    <a:pt x="92153" y="687194"/>
                  </a:lnTo>
                  <a:lnTo>
                    <a:pt x="64710" y="648446"/>
                  </a:lnTo>
                  <a:lnTo>
                    <a:pt x="41872" y="607062"/>
                  </a:lnTo>
                  <a:lnTo>
                    <a:pt x="23810" y="563457"/>
                  </a:lnTo>
                  <a:lnTo>
                    <a:pt x="10697" y="518046"/>
                  </a:lnTo>
                  <a:lnTo>
                    <a:pt x="2702" y="471242"/>
                  </a:lnTo>
                  <a:lnTo>
                    <a:pt x="0" y="423460"/>
                  </a:lnTo>
                  <a:lnTo>
                    <a:pt x="2702" y="375678"/>
                  </a:lnTo>
                  <a:lnTo>
                    <a:pt x="10697" y="328874"/>
                  </a:lnTo>
                  <a:lnTo>
                    <a:pt x="23810" y="283462"/>
                  </a:lnTo>
                  <a:lnTo>
                    <a:pt x="41872" y="239858"/>
                  </a:lnTo>
                  <a:lnTo>
                    <a:pt x="64710" y="198474"/>
                  </a:lnTo>
                  <a:lnTo>
                    <a:pt x="92153" y="159726"/>
                  </a:lnTo>
                  <a:lnTo>
                    <a:pt x="124028" y="124028"/>
                  </a:lnTo>
                  <a:lnTo>
                    <a:pt x="159726" y="92153"/>
                  </a:lnTo>
                  <a:lnTo>
                    <a:pt x="198474" y="64710"/>
                  </a:lnTo>
                  <a:lnTo>
                    <a:pt x="239858" y="41872"/>
                  </a:lnTo>
                  <a:lnTo>
                    <a:pt x="283463" y="23810"/>
                  </a:lnTo>
                  <a:lnTo>
                    <a:pt x="328874" y="10697"/>
                  </a:lnTo>
                  <a:lnTo>
                    <a:pt x="375678" y="2702"/>
                  </a:lnTo>
                  <a:lnTo>
                    <a:pt x="423460" y="0"/>
                  </a:lnTo>
                  <a:lnTo>
                    <a:pt x="4817597" y="0"/>
                  </a:lnTo>
                  <a:lnTo>
                    <a:pt x="4865383" y="2702"/>
                  </a:lnTo>
                  <a:lnTo>
                    <a:pt x="4912190" y="10697"/>
                  </a:lnTo>
                  <a:lnTo>
                    <a:pt x="4957604" y="23810"/>
                  </a:lnTo>
                  <a:lnTo>
                    <a:pt x="5001210" y="41872"/>
                  </a:lnTo>
                  <a:lnTo>
                    <a:pt x="5042594" y="64710"/>
                  </a:lnTo>
                  <a:lnTo>
                    <a:pt x="5081339" y="92153"/>
                  </a:lnTo>
                  <a:lnTo>
                    <a:pt x="5117033" y="124028"/>
                  </a:lnTo>
                  <a:lnTo>
                    <a:pt x="5148915" y="159726"/>
                  </a:lnTo>
                  <a:lnTo>
                    <a:pt x="5176363" y="198474"/>
                  </a:lnTo>
                  <a:lnTo>
                    <a:pt x="5199205" y="239858"/>
                  </a:lnTo>
                  <a:lnTo>
                    <a:pt x="5217271" y="283462"/>
                  </a:lnTo>
                  <a:lnTo>
                    <a:pt x="5230387" y="328874"/>
                  </a:lnTo>
                  <a:lnTo>
                    <a:pt x="5238383" y="375678"/>
                  </a:lnTo>
                  <a:lnTo>
                    <a:pt x="5240345" y="410366"/>
                  </a:lnTo>
                  <a:lnTo>
                    <a:pt x="5240345" y="436554"/>
                  </a:lnTo>
                  <a:lnTo>
                    <a:pt x="5230387" y="518046"/>
                  </a:lnTo>
                  <a:lnTo>
                    <a:pt x="5217271" y="563457"/>
                  </a:lnTo>
                  <a:lnTo>
                    <a:pt x="5199205" y="607062"/>
                  </a:lnTo>
                  <a:lnTo>
                    <a:pt x="5176363" y="648446"/>
                  </a:lnTo>
                  <a:lnTo>
                    <a:pt x="5148915" y="687194"/>
                  </a:lnTo>
                  <a:lnTo>
                    <a:pt x="5117033" y="722892"/>
                  </a:lnTo>
                  <a:lnTo>
                    <a:pt x="5081339" y="754768"/>
                  </a:lnTo>
                  <a:lnTo>
                    <a:pt x="5042594" y="782211"/>
                  </a:lnTo>
                  <a:lnTo>
                    <a:pt x="5001210" y="805049"/>
                  </a:lnTo>
                  <a:lnTo>
                    <a:pt x="4957604" y="823111"/>
                  </a:lnTo>
                  <a:lnTo>
                    <a:pt x="4912190" y="836225"/>
                  </a:lnTo>
                  <a:lnTo>
                    <a:pt x="4865383" y="844219"/>
                  </a:lnTo>
                  <a:lnTo>
                    <a:pt x="4817597" y="846924"/>
                  </a:lnTo>
                  <a:close/>
                </a:path>
              </a:pathLst>
            </a:custGeom>
            <a:solidFill>
              <a:srgbClr val="FFFFFF">
                <a:alpha val="409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11878676" y="2493262"/>
              <a:ext cx="847090" cy="847090"/>
            </a:xfrm>
            <a:custGeom>
              <a:avLst/>
              <a:gdLst/>
              <a:ahLst/>
              <a:cxnLst/>
              <a:rect l="l" t="t" r="r" b="b"/>
              <a:pathLst>
                <a:path w="847090" h="847089">
                  <a:moveTo>
                    <a:pt x="425908" y="846776"/>
                  </a:moveTo>
                  <a:lnTo>
                    <a:pt x="420866" y="846776"/>
                  </a:lnTo>
                  <a:lnTo>
                    <a:pt x="375614" y="844217"/>
                  </a:lnTo>
                  <a:lnTo>
                    <a:pt x="328819" y="836226"/>
                  </a:lnTo>
                  <a:lnTo>
                    <a:pt x="283416" y="823117"/>
                  </a:lnTo>
                  <a:lnTo>
                    <a:pt x="239820" y="805062"/>
                  </a:lnTo>
                  <a:lnTo>
                    <a:pt x="198444" y="782231"/>
                  </a:lnTo>
                  <a:lnTo>
                    <a:pt x="159704" y="754795"/>
                  </a:lnTo>
                  <a:lnTo>
                    <a:pt x="124012" y="722926"/>
                  </a:lnTo>
                  <a:lnTo>
                    <a:pt x="92141" y="687233"/>
                  </a:lnTo>
                  <a:lnTo>
                    <a:pt x="64701" y="648491"/>
                  </a:lnTo>
                  <a:lnTo>
                    <a:pt x="41864" y="607112"/>
                  </a:lnTo>
                  <a:lnTo>
                    <a:pt x="23802" y="563512"/>
                  </a:lnTo>
                  <a:lnTo>
                    <a:pt x="10687" y="518107"/>
                  </a:lnTo>
                  <a:lnTo>
                    <a:pt x="2692" y="471310"/>
                  </a:lnTo>
                  <a:lnTo>
                    <a:pt x="0" y="423536"/>
                  </a:lnTo>
                  <a:lnTo>
                    <a:pt x="2692" y="375613"/>
                  </a:lnTo>
                  <a:lnTo>
                    <a:pt x="10687" y="328816"/>
                  </a:lnTo>
                  <a:lnTo>
                    <a:pt x="23802" y="283413"/>
                  </a:lnTo>
                  <a:lnTo>
                    <a:pt x="41864" y="239815"/>
                  </a:lnTo>
                  <a:lnTo>
                    <a:pt x="64701" y="198439"/>
                  </a:lnTo>
                  <a:lnTo>
                    <a:pt x="92141" y="159698"/>
                  </a:lnTo>
                  <a:lnTo>
                    <a:pt x="124012" y="124006"/>
                  </a:lnTo>
                  <a:lnTo>
                    <a:pt x="159704" y="92136"/>
                  </a:lnTo>
                  <a:lnTo>
                    <a:pt x="198444" y="64698"/>
                  </a:lnTo>
                  <a:lnTo>
                    <a:pt x="239820" y="41864"/>
                  </a:lnTo>
                  <a:lnTo>
                    <a:pt x="283416" y="23805"/>
                  </a:lnTo>
                  <a:lnTo>
                    <a:pt x="328819" y="10693"/>
                  </a:lnTo>
                  <a:lnTo>
                    <a:pt x="375614" y="2701"/>
                  </a:lnTo>
                  <a:lnTo>
                    <a:pt x="423387" y="0"/>
                  </a:lnTo>
                  <a:lnTo>
                    <a:pt x="471159" y="2701"/>
                  </a:lnTo>
                  <a:lnTo>
                    <a:pt x="517954" y="10693"/>
                  </a:lnTo>
                  <a:lnTo>
                    <a:pt x="563357" y="23805"/>
                  </a:lnTo>
                  <a:lnTo>
                    <a:pt x="606953" y="41864"/>
                  </a:lnTo>
                  <a:lnTo>
                    <a:pt x="648329" y="64698"/>
                  </a:lnTo>
                  <a:lnTo>
                    <a:pt x="687070" y="92136"/>
                  </a:lnTo>
                  <a:lnTo>
                    <a:pt x="722761" y="124006"/>
                  </a:lnTo>
                  <a:lnTo>
                    <a:pt x="754632" y="159698"/>
                  </a:lnTo>
                  <a:lnTo>
                    <a:pt x="782072" y="198439"/>
                  </a:lnTo>
                  <a:lnTo>
                    <a:pt x="804909" y="239815"/>
                  </a:lnTo>
                  <a:lnTo>
                    <a:pt x="822971" y="283413"/>
                  </a:lnTo>
                  <a:lnTo>
                    <a:pt x="836086" y="328816"/>
                  </a:lnTo>
                  <a:lnTo>
                    <a:pt x="844081" y="375613"/>
                  </a:lnTo>
                  <a:lnTo>
                    <a:pt x="846776" y="423387"/>
                  </a:lnTo>
                  <a:lnTo>
                    <a:pt x="844081" y="471310"/>
                  </a:lnTo>
                  <a:lnTo>
                    <a:pt x="836086" y="518107"/>
                  </a:lnTo>
                  <a:lnTo>
                    <a:pt x="822971" y="563512"/>
                  </a:lnTo>
                  <a:lnTo>
                    <a:pt x="804909" y="607112"/>
                  </a:lnTo>
                  <a:lnTo>
                    <a:pt x="782072" y="648491"/>
                  </a:lnTo>
                  <a:lnTo>
                    <a:pt x="754632" y="687233"/>
                  </a:lnTo>
                  <a:lnTo>
                    <a:pt x="722761" y="722926"/>
                  </a:lnTo>
                  <a:lnTo>
                    <a:pt x="687070" y="754795"/>
                  </a:lnTo>
                  <a:lnTo>
                    <a:pt x="648329" y="782231"/>
                  </a:lnTo>
                  <a:lnTo>
                    <a:pt x="606953" y="805062"/>
                  </a:lnTo>
                  <a:lnTo>
                    <a:pt x="563357" y="823117"/>
                  </a:lnTo>
                  <a:lnTo>
                    <a:pt x="517954" y="836226"/>
                  </a:lnTo>
                  <a:lnTo>
                    <a:pt x="471159" y="844217"/>
                  </a:lnTo>
                  <a:lnTo>
                    <a:pt x="425908" y="846776"/>
                  </a:lnTo>
                  <a:close/>
                </a:path>
              </a:pathLst>
            </a:custGeom>
            <a:solidFill>
              <a:srgbClr val="D1B999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102668" y="3153155"/>
              <a:ext cx="12715859" cy="4876799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595146" y="6268882"/>
              <a:ext cx="9334499" cy="2867024"/>
            </a:xfrm>
            <a:prstGeom prst="rect">
              <a:avLst/>
            </a:prstGeom>
          </p:spPr>
        </p:pic>
      </p:grp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313993" rIns="0" bIns="0" rtlCol="0" vert="horz">
            <a:spAutoFit/>
          </a:bodyPr>
          <a:lstStyle/>
          <a:p>
            <a:pPr marL="5466080">
              <a:lnSpc>
                <a:spcPts val="5465"/>
              </a:lnSpc>
              <a:spcBef>
                <a:spcPts val="120"/>
              </a:spcBef>
            </a:pPr>
            <a:r>
              <a:rPr dirty="0" sz="4850" spc="-25"/>
              <a:t>03</a:t>
            </a:r>
            <a:endParaRPr sz="4850"/>
          </a:p>
          <a:p>
            <a:pPr marL="5466080">
              <a:lnSpc>
                <a:spcPts val="6365"/>
              </a:lnSpc>
            </a:pPr>
            <a:r>
              <a:rPr dirty="0" u="sng" sz="5600" spc="-345">
                <a:uFill>
                  <a:solidFill>
                    <a:srgbClr val="D1B999"/>
                  </a:solidFill>
                </a:uFill>
              </a:rPr>
              <a:t>DA</a:t>
            </a:r>
            <a:r>
              <a:rPr dirty="0" sz="5600" spc="-345"/>
              <a:t>TA</a:t>
            </a:r>
            <a:r>
              <a:rPr dirty="0" sz="5600" spc="-229"/>
              <a:t> </a:t>
            </a:r>
            <a:r>
              <a:rPr dirty="0" sz="5600" spc="-180"/>
              <a:t>CLEANING</a:t>
            </a:r>
            <a:r>
              <a:rPr dirty="0" sz="5600" spc="-229"/>
              <a:t> </a:t>
            </a:r>
            <a:r>
              <a:rPr dirty="0" sz="5600" spc="-275"/>
              <a:t>AND</a:t>
            </a:r>
            <a:r>
              <a:rPr dirty="0" sz="5600" spc="-225"/>
              <a:t> </a:t>
            </a:r>
            <a:r>
              <a:rPr dirty="0" sz="5600" spc="-10"/>
              <a:t>PROCESSING</a:t>
            </a:r>
            <a:endParaRPr sz="5600"/>
          </a:p>
        </p:txBody>
      </p:sp>
      <p:sp>
        <p:nvSpPr>
          <p:cNvPr id="13" name="object 13"/>
          <p:cNvSpPr txBox="1"/>
          <p:nvPr/>
        </p:nvSpPr>
        <p:spPr>
          <a:xfrm>
            <a:off x="5907693" y="2698152"/>
            <a:ext cx="5318125" cy="503555"/>
          </a:xfrm>
          <a:prstGeom prst="rect">
            <a:avLst/>
          </a:prstGeom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3960"/>
              </a:lnSpc>
              <a:tabLst>
                <a:tab pos="626745" algn="l"/>
              </a:tabLst>
            </a:pPr>
            <a:r>
              <a:rPr dirty="0" sz="3950" spc="-625" b="1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dirty="0" sz="3950" b="1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dirty="0" sz="3100">
                <a:solidFill>
                  <a:srgbClr val="FFFFFF"/>
                </a:solidFill>
                <a:latin typeface="Lucida Sans Unicode"/>
                <a:cs typeface="Lucida Sans Unicode"/>
              </a:rPr>
              <a:t>No</a:t>
            </a:r>
            <a:r>
              <a:rPr dirty="0" sz="3100" spc="-14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100" spc="70">
                <a:solidFill>
                  <a:srgbClr val="FFFFFF"/>
                </a:solidFill>
                <a:latin typeface="Lucida Sans Unicode"/>
                <a:cs typeface="Lucida Sans Unicode"/>
              </a:rPr>
              <a:t>Duplicates</a:t>
            </a:r>
            <a:r>
              <a:rPr dirty="0" sz="3100" spc="-13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100" spc="100">
                <a:solidFill>
                  <a:srgbClr val="FFFFFF"/>
                </a:solidFill>
                <a:latin typeface="Lucida Sans Unicode"/>
                <a:cs typeface="Lucida Sans Unicode"/>
              </a:rPr>
              <a:t>Detected</a:t>
            </a:r>
            <a:endParaRPr sz="3100">
              <a:latin typeface="Lucida Sans Unicode"/>
              <a:cs typeface="Lucida Sans Unicode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2111397" y="2639418"/>
            <a:ext cx="3645535" cy="503555"/>
          </a:xfrm>
          <a:prstGeom prst="rect">
            <a:avLst/>
          </a:prstGeom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3960"/>
              </a:lnSpc>
            </a:pPr>
            <a:r>
              <a:rPr dirty="0" baseline="-7735" sz="5925" spc="1185" b="1">
                <a:solidFill>
                  <a:srgbClr val="FFFFFF"/>
                </a:solidFill>
                <a:latin typeface="Arial"/>
                <a:cs typeface="Arial"/>
              </a:rPr>
              <a:t>2</a:t>
            </a:r>
            <a:r>
              <a:rPr dirty="0" baseline="-7735" sz="5925" spc="247" b="1">
                <a:solidFill>
                  <a:srgbClr val="FFFFFF"/>
                </a:solidFill>
                <a:latin typeface="Arial"/>
                <a:cs typeface="Arial"/>
              </a:rPr>
              <a:t>  </a:t>
            </a:r>
            <a:r>
              <a:rPr dirty="0" sz="3100">
                <a:solidFill>
                  <a:srgbClr val="FFFFFF"/>
                </a:solidFill>
                <a:latin typeface="Lucida Sans Unicode"/>
                <a:cs typeface="Lucida Sans Unicode"/>
              </a:rPr>
              <a:t>No</a:t>
            </a:r>
            <a:r>
              <a:rPr dirty="0" sz="3100" spc="-15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100" spc="-50">
                <a:solidFill>
                  <a:srgbClr val="FFFFFF"/>
                </a:solidFill>
                <a:latin typeface="Lucida Sans Unicode"/>
                <a:cs typeface="Lucida Sans Unicode"/>
              </a:rPr>
              <a:t>Nulls</a:t>
            </a:r>
            <a:r>
              <a:rPr dirty="0" sz="3100" spc="-15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3100" spc="45">
                <a:solidFill>
                  <a:srgbClr val="FFFFFF"/>
                </a:solidFill>
                <a:latin typeface="Lucida Sans Unicode"/>
                <a:cs typeface="Lucida Sans Unicode"/>
              </a:rPr>
              <a:t>Found</a:t>
            </a:r>
            <a:endParaRPr sz="3100">
              <a:latin typeface="Lucida Sans Unicode"/>
              <a:cs typeface="Lucida Sans Unicode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8288000" cy="10287000"/>
            <a:chOff x="0" y="0"/>
            <a:chExt cx="18288000" cy="10287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5329123" cy="10286999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4948" y="0"/>
              <a:ext cx="5327721" cy="10280812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553683" y="0"/>
              <a:ext cx="13734315" cy="7930316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5787938" y="2502816"/>
              <a:ext cx="5240655" cy="847090"/>
            </a:xfrm>
            <a:custGeom>
              <a:avLst/>
              <a:gdLst/>
              <a:ahLst/>
              <a:cxnLst/>
              <a:rect l="l" t="t" r="r" b="b"/>
              <a:pathLst>
                <a:path w="5240655" h="847089">
                  <a:moveTo>
                    <a:pt x="4817608" y="846924"/>
                  </a:moveTo>
                  <a:lnTo>
                    <a:pt x="423461" y="846924"/>
                  </a:lnTo>
                  <a:lnTo>
                    <a:pt x="375679" y="844217"/>
                  </a:lnTo>
                  <a:lnTo>
                    <a:pt x="328875" y="836223"/>
                  </a:lnTo>
                  <a:lnTo>
                    <a:pt x="283463" y="823109"/>
                  </a:lnTo>
                  <a:lnTo>
                    <a:pt x="239858" y="805048"/>
                  </a:lnTo>
                  <a:lnTo>
                    <a:pt x="198474" y="782210"/>
                  </a:lnTo>
                  <a:lnTo>
                    <a:pt x="159726" y="754767"/>
                  </a:lnTo>
                  <a:lnTo>
                    <a:pt x="124028" y="722891"/>
                  </a:lnTo>
                  <a:lnTo>
                    <a:pt x="92153" y="687194"/>
                  </a:lnTo>
                  <a:lnTo>
                    <a:pt x="64710" y="648446"/>
                  </a:lnTo>
                  <a:lnTo>
                    <a:pt x="41872" y="607062"/>
                  </a:lnTo>
                  <a:lnTo>
                    <a:pt x="23810" y="563457"/>
                  </a:lnTo>
                  <a:lnTo>
                    <a:pt x="10697" y="518046"/>
                  </a:lnTo>
                  <a:lnTo>
                    <a:pt x="2702" y="471242"/>
                  </a:lnTo>
                  <a:lnTo>
                    <a:pt x="0" y="423461"/>
                  </a:lnTo>
                  <a:lnTo>
                    <a:pt x="2702" y="375679"/>
                  </a:lnTo>
                  <a:lnTo>
                    <a:pt x="10697" y="328875"/>
                  </a:lnTo>
                  <a:lnTo>
                    <a:pt x="23810" y="283463"/>
                  </a:lnTo>
                  <a:lnTo>
                    <a:pt x="41872" y="239858"/>
                  </a:lnTo>
                  <a:lnTo>
                    <a:pt x="64710" y="198474"/>
                  </a:lnTo>
                  <a:lnTo>
                    <a:pt x="92153" y="159726"/>
                  </a:lnTo>
                  <a:lnTo>
                    <a:pt x="124028" y="124028"/>
                  </a:lnTo>
                  <a:lnTo>
                    <a:pt x="159726" y="92153"/>
                  </a:lnTo>
                  <a:lnTo>
                    <a:pt x="198474" y="64710"/>
                  </a:lnTo>
                  <a:lnTo>
                    <a:pt x="239858" y="41872"/>
                  </a:lnTo>
                  <a:lnTo>
                    <a:pt x="283463" y="23810"/>
                  </a:lnTo>
                  <a:lnTo>
                    <a:pt x="328875" y="10697"/>
                  </a:lnTo>
                  <a:lnTo>
                    <a:pt x="375679" y="2702"/>
                  </a:lnTo>
                  <a:lnTo>
                    <a:pt x="423461" y="0"/>
                  </a:lnTo>
                  <a:lnTo>
                    <a:pt x="4817608" y="0"/>
                  </a:lnTo>
                  <a:lnTo>
                    <a:pt x="4865393" y="2702"/>
                  </a:lnTo>
                  <a:lnTo>
                    <a:pt x="4912201" y="10697"/>
                  </a:lnTo>
                  <a:lnTo>
                    <a:pt x="4957615" y="23810"/>
                  </a:lnTo>
                  <a:lnTo>
                    <a:pt x="5001221" y="41872"/>
                  </a:lnTo>
                  <a:lnTo>
                    <a:pt x="5042604" y="64710"/>
                  </a:lnTo>
                  <a:lnTo>
                    <a:pt x="5081350" y="92153"/>
                  </a:lnTo>
                  <a:lnTo>
                    <a:pt x="5117043" y="124028"/>
                  </a:lnTo>
                  <a:lnTo>
                    <a:pt x="5148914" y="159726"/>
                  </a:lnTo>
                  <a:lnTo>
                    <a:pt x="5176354" y="198474"/>
                  </a:lnTo>
                  <a:lnTo>
                    <a:pt x="5199191" y="239858"/>
                  </a:lnTo>
                  <a:lnTo>
                    <a:pt x="5217253" y="283463"/>
                  </a:lnTo>
                  <a:lnTo>
                    <a:pt x="5230368" y="328875"/>
                  </a:lnTo>
                  <a:lnTo>
                    <a:pt x="5238363" y="375679"/>
                  </a:lnTo>
                  <a:lnTo>
                    <a:pt x="5240345" y="410721"/>
                  </a:lnTo>
                  <a:lnTo>
                    <a:pt x="5240345" y="436202"/>
                  </a:lnTo>
                  <a:lnTo>
                    <a:pt x="5230368" y="518046"/>
                  </a:lnTo>
                  <a:lnTo>
                    <a:pt x="5217253" y="563457"/>
                  </a:lnTo>
                  <a:lnTo>
                    <a:pt x="5199191" y="607062"/>
                  </a:lnTo>
                  <a:lnTo>
                    <a:pt x="5176354" y="648446"/>
                  </a:lnTo>
                  <a:lnTo>
                    <a:pt x="5148914" y="687194"/>
                  </a:lnTo>
                  <a:lnTo>
                    <a:pt x="5117043" y="722891"/>
                  </a:lnTo>
                  <a:lnTo>
                    <a:pt x="5081350" y="754767"/>
                  </a:lnTo>
                  <a:lnTo>
                    <a:pt x="5042604" y="782210"/>
                  </a:lnTo>
                  <a:lnTo>
                    <a:pt x="5001221" y="805048"/>
                  </a:lnTo>
                  <a:lnTo>
                    <a:pt x="4957615" y="823109"/>
                  </a:lnTo>
                  <a:lnTo>
                    <a:pt x="4912201" y="836223"/>
                  </a:lnTo>
                  <a:lnTo>
                    <a:pt x="4865393" y="844217"/>
                  </a:lnTo>
                  <a:lnTo>
                    <a:pt x="4817608" y="846924"/>
                  </a:lnTo>
                  <a:close/>
                </a:path>
              </a:pathLst>
            </a:custGeom>
            <a:solidFill>
              <a:srgbClr val="FFFFFF">
                <a:alpha val="409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5787938" y="2502815"/>
              <a:ext cx="847090" cy="847090"/>
            </a:xfrm>
            <a:custGeom>
              <a:avLst/>
              <a:gdLst/>
              <a:ahLst/>
              <a:cxnLst/>
              <a:rect l="l" t="t" r="r" b="b"/>
              <a:pathLst>
                <a:path w="847090" h="847089">
                  <a:moveTo>
                    <a:pt x="426215" y="846776"/>
                  </a:moveTo>
                  <a:lnTo>
                    <a:pt x="420579" y="846776"/>
                  </a:lnTo>
                  <a:lnTo>
                    <a:pt x="375623" y="844232"/>
                  </a:lnTo>
                  <a:lnTo>
                    <a:pt x="328824" y="836237"/>
                  </a:lnTo>
                  <a:lnTo>
                    <a:pt x="283415" y="823122"/>
                  </a:lnTo>
                  <a:lnTo>
                    <a:pt x="239812" y="805060"/>
                  </a:lnTo>
                  <a:lnTo>
                    <a:pt x="198430" y="782223"/>
                  </a:lnTo>
                  <a:lnTo>
                    <a:pt x="159685" y="754783"/>
                  </a:lnTo>
                  <a:lnTo>
                    <a:pt x="123992" y="722912"/>
                  </a:lnTo>
                  <a:lnTo>
                    <a:pt x="92123" y="687221"/>
                  </a:lnTo>
                  <a:lnTo>
                    <a:pt x="64687" y="648479"/>
                  </a:lnTo>
                  <a:lnTo>
                    <a:pt x="41856" y="607103"/>
                  </a:lnTo>
                  <a:lnTo>
                    <a:pt x="23801" y="563506"/>
                  </a:lnTo>
                  <a:lnTo>
                    <a:pt x="10692" y="518103"/>
                  </a:lnTo>
                  <a:lnTo>
                    <a:pt x="2701" y="471307"/>
                  </a:lnTo>
                  <a:lnTo>
                    <a:pt x="0" y="423535"/>
                  </a:lnTo>
                  <a:lnTo>
                    <a:pt x="2701" y="375612"/>
                  </a:lnTo>
                  <a:lnTo>
                    <a:pt x="10692" y="328817"/>
                  </a:lnTo>
                  <a:lnTo>
                    <a:pt x="23801" y="283414"/>
                  </a:lnTo>
                  <a:lnTo>
                    <a:pt x="41856" y="239817"/>
                  </a:lnTo>
                  <a:lnTo>
                    <a:pt x="64687" y="198440"/>
                  </a:lnTo>
                  <a:lnTo>
                    <a:pt x="92123" y="159699"/>
                  </a:lnTo>
                  <a:lnTo>
                    <a:pt x="123992" y="124008"/>
                  </a:lnTo>
                  <a:lnTo>
                    <a:pt x="159685" y="92138"/>
                  </a:lnTo>
                  <a:lnTo>
                    <a:pt x="198430" y="64700"/>
                  </a:lnTo>
                  <a:lnTo>
                    <a:pt x="239812" y="41866"/>
                  </a:lnTo>
                  <a:lnTo>
                    <a:pt x="283415" y="23807"/>
                  </a:lnTo>
                  <a:lnTo>
                    <a:pt x="328824" y="10695"/>
                  </a:lnTo>
                  <a:lnTo>
                    <a:pt x="375623" y="2702"/>
                  </a:lnTo>
                  <a:lnTo>
                    <a:pt x="423397" y="0"/>
                  </a:lnTo>
                  <a:lnTo>
                    <a:pt x="471170" y="2702"/>
                  </a:lnTo>
                  <a:lnTo>
                    <a:pt x="517965" y="10695"/>
                  </a:lnTo>
                  <a:lnTo>
                    <a:pt x="563368" y="23807"/>
                  </a:lnTo>
                  <a:lnTo>
                    <a:pt x="606964" y="41866"/>
                  </a:lnTo>
                  <a:lnTo>
                    <a:pt x="648340" y="64700"/>
                  </a:lnTo>
                  <a:lnTo>
                    <a:pt x="687080" y="92138"/>
                  </a:lnTo>
                  <a:lnTo>
                    <a:pt x="722772" y="124008"/>
                  </a:lnTo>
                  <a:lnTo>
                    <a:pt x="754641" y="159699"/>
                  </a:lnTo>
                  <a:lnTo>
                    <a:pt x="782077" y="198440"/>
                  </a:lnTo>
                  <a:lnTo>
                    <a:pt x="804908" y="239817"/>
                  </a:lnTo>
                  <a:lnTo>
                    <a:pt x="822963" y="283414"/>
                  </a:lnTo>
                  <a:lnTo>
                    <a:pt x="836072" y="328817"/>
                  </a:lnTo>
                  <a:lnTo>
                    <a:pt x="844063" y="375612"/>
                  </a:lnTo>
                  <a:lnTo>
                    <a:pt x="846776" y="423385"/>
                  </a:lnTo>
                  <a:lnTo>
                    <a:pt x="844063" y="471307"/>
                  </a:lnTo>
                  <a:lnTo>
                    <a:pt x="836072" y="518103"/>
                  </a:lnTo>
                  <a:lnTo>
                    <a:pt x="822963" y="563506"/>
                  </a:lnTo>
                  <a:lnTo>
                    <a:pt x="804908" y="607103"/>
                  </a:lnTo>
                  <a:lnTo>
                    <a:pt x="782077" y="648479"/>
                  </a:lnTo>
                  <a:lnTo>
                    <a:pt x="754641" y="687221"/>
                  </a:lnTo>
                  <a:lnTo>
                    <a:pt x="722772" y="722912"/>
                  </a:lnTo>
                  <a:lnTo>
                    <a:pt x="687080" y="754783"/>
                  </a:lnTo>
                  <a:lnTo>
                    <a:pt x="648340" y="782223"/>
                  </a:lnTo>
                  <a:lnTo>
                    <a:pt x="606964" y="805060"/>
                  </a:lnTo>
                  <a:lnTo>
                    <a:pt x="563368" y="823122"/>
                  </a:lnTo>
                  <a:lnTo>
                    <a:pt x="517965" y="836237"/>
                  </a:lnTo>
                  <a:lnTo>
                    <a:pt x="471170" y="844232"/>
                  </a:lnTo>
                  <a:lnTo>
                    <a:pt x="426215" y="846776"/>
                  </a:lnTo>
                  <a:close/>
                </a:path>
              </a:pathLst>
            </a:custGeom>
            <a:solidFill>
              <a:srgbClr val="D1B999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994593" y="4592665"/>
              <a:ext cx="11106149" cy="3876690"/>
            </a:xfrm>
            <a:prstGeom prst="rect">
              <a:avLst/>
            </a:prstGeom>
          </p:spPr>
        </p:pic>
      </p:grpSp>
      <p:sp>
        <p:nvSpPr>
          <p:cNvPr id="9" name="object 9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313993" rIns="0" bIns="0" rtlCol="0" vert="horz">
            <a:spAutoFit/>
          </a:bodyPr>
          <a:lstStyle/>
          <a:p>
            <a:pPr marL="5466080">
              <a:lnSpc>
                <a:spcPts val="5465"/>
              </a:lnSpc>
              <a:spcBef>
                <a:spcPts val="120"/>
              </a:spcBef>
            </a:pPr>
            <a:r>
              <a:rPr dirty="0" sz="4850" spc="-25"/>
              <a:t>03</a:t>
            </a:r>
            <a:endParaRPr sz="4850"/>
          </a:p>
          <a:p>
            <a:pPr marL="5466080">
              <a:lnSpc>
                <a:spcPts val="6365"/>
              </a:lnSpc>
            </a:pPr>
            <a:r>
              <a:rPr dirty="0" u="sng" sz="5600" spc="-345">
                <a:uFill>
                  <a:solidFill>
                    <a:srgbClr val="D1B999"/>
                  </a:solidFill>
                </a:uFill>
              </a:rPr>
              <a:t>DA</a:t>
            </a:r>
            <a:r>
              <a:rPr dirty="0" sz="5600" spc="-345"/>
              <a:t>TA</a:t>
            </a:r>
            <a:r>
              <a:rPr dirty="0" sz="5600" spc="-229"/>
              <a:t> </a:t>
            </a:r>
            <a:r>
              <a:rPr dirty="0" sz="5600" spc="-180"/>
              <a:t>CLEANING</a:t>
            </a:r>
            <a:r>
              <a:rPr dirty="0" sz="5600" spc="-229"/>
              <a:t> </a:t>
            </a:r>
            <a:r>
              <a:rPr dirty="0" sz="5600" spc="-275"/>
              <a:t>AND</a:t>
            </a:r>
            <a:r>
              <a:rPr dirty="0" sz="5600" spc="-225"/>
              <a:t> </a:t>
            </a:r>
            <a:r>
              <a:rPr dirty="0" sz="5600" spc="-10"/>
              <a:t>PROCESSING</a:t>
            </a:r>
            <a:endParaRPr sz="5600"/>
          </a:p>
        </p:txBody>
      </p:sp>
      <p:sp>
        <p:nvSpPr>
          <p:cNvPr id="10" name="object 10"/>
          <p:cNvSpPr txBox="1"/>
          <p:nvPr/>
        </p:nvSpPr>
        <p:spPr>
          <a:xfrm>
            <a:off x="6796379" y="2547341"/>
            <a:ext cx="2740025" cy="351155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2100" spc="50">
                <a:solidFill>
                  <a:srgbClr val="FFFFFF"/>
                </a:solidFill>
                <a:latin typeface="Lucida Sans Unicode"/>
                <a:cs typeface="Lucida Sans Unicode"/>
              </a:rPr>
              <a:t>Dropped</a:t>
            </a:r>
            <a:r>
              <a:rPr dirty="0" sz="2100" spc="-9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00">
                <a:solidFill>
                  <a:srgbClr val="FFFFFF"/>
                </a:solidFill>
                <a:latin typeface="Lucida Sans Unicode"/>
                <a:cs typeface="Lucida Sans Unicode"/>
              </a:rPr>
              <a:t>4</a:t>
            </a:r>
            <a:r>
              <a:rPr dirty="0" sz="2100" spc="-9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00" spc="60">
                <a:solidFill>
                  <a:srgbClr val="FFFFFF"/>
                </a:solidFill>
                <a:latin typeface="Lucida Sans Unicode"/>
                <a:cs typeface="Lucida Sans Unicode"/>
              </a:rPr>
              <a:t>Columns</a:t>
            </a:r>
            <a:endParaRPr sz="2100">
              <a:latin typeface="Lucida Sans Unicode"/>
              <a:cs typeface="Lucida Sans Unicode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796379" y="2918816"/>
            <a:ext cx="3474720" cy="351155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2100" spc="-50">
                <a:solidFill>
                  <a:srgbClr val="FFFFFF"/>
                </a:solidFill>
                <a:latin typeface="Lucida Sans Unicode"/>
                <a:cs typeface="Lucida Sans Unicode"/>
              </a:rPr>
              <a:t>*All</a:t>
            </a:r>
            <a:r>
              <a:rPr dirty="0" sz="2100" spc="-8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00" spc="60">
                <a:solidFill>
                  <a:srgbClr val="FFFFFF"/>
                </a:solidFill>
                <a:latin typeface="Lucida Sans Unicode"/>
                <a:cs typeface="Lucida Sans Unicode"/>
              </a:rPr>
              <a:t>containing</a:t>
            </a:r>
            <a:r>
              <a:rPr dirty="0" sz="2100" spc="-8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00" spc="75">
                <a:solidFill>
                  <a:srgbClr val="FFFFFF"/>
                </a:solidFill>
                <a:latin typeface="Lucida Sans Unicode"/>
                <a:cs typeface="Lucida Sans Unicode"/>
              </a:rPr>
              <a:t>One</a:t>
            </a:r>
            <a:r>
              <a:rPr dirty="0" sz="2100" spc="-8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00" spc="75">
                <a:solidFill>
                  <a:srgbClr val="FFFFFF"/>
                </a:solidFill>
                <a:latin typeface="Lucida Sans Unicode"/>
                <a:cs typeface="Lucida Sans Unicode"/>
              </a:rPr>
              <a:t>Value</a:t>
            </a:r>
            <a:endParaRPr sz="2100">
              <a:latin typeface="Lucida Sans Unicode"/>
              <a:cs typeface="Lucida Sans Unicode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000754" y="2559136"/>
            <a:ext cx="361950" cy="63246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3950" spc="390" b="1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sz="39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8288000" cy="8975090"/>
            <a:chOff x="0" y="0"/>
            <a:chExt cx="18288000" cy="897509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8287999" cy="7386370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34036" y="1884735"/>
              <a:ext cx="1878964" cy="0"/>
            </a:xfrm>
            <a:custGeom>
              <a:avLst/>
              <a:gdLst/>
              <a:ahLst/>
              <a:cxnLst/>
              <a:rect l="l" t="t" r="r" b="b"/>
              <a:pathLst>
                <a:path w="1878964" h="0">
                  <a:moveTo>
                    <a:pt x="0" y="0"/>
                  </a:moveTo>
                  <a:lnTo>
                    <a:pt x="1878768" y="0"/>
                  </a:lnTo>
                </a:path>
              </a:pathLst>
            </a:custGeom>
            <a:ln w="28575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40444" y="3211982"/>
              <a:ext cx="6257909" cy="5762579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2413375"/>
              <a:ext cx="11237366" cy="599120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6317" y="7991855"/>
              <a:ext cx="10258409" cy="981059"/>
            </a:xfrm>
            <a:prstGeom prst="rect">
              <a:avLst/>
            </a:prstGeom>
          </p:spPr>
        </p:pic>
      </p:grp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xfrm>
            <a:off x="321335" y="123647"/>
            <a:ext cx="6268720" cy="120777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ts val="4280"/>
              </a:lnSpc>
              <a:spcBef>
                <a:spcPts val="125"/>
              </a:spcBef>
            </a:pPr>
            <a:r>
              <a:rPr dirty="0" sz="3800" spc="-25"/>
              <a:t>04</a:t>
            </a:r>
            <a:endParaRPr sz="3800"/>
          </a:p>
          <a:p>
            <a:pPr marL="12700">
              <a:lnSpc>
                <a:spcPts val="5000"/>
              </a:lnSpc>
            </a:pPr>
            <a:r>
              <a:rPr dirty="0" sz="4400" spc="-215"/>
              <a:t>EXPLORATORY</a:t>
            </a:r>
            <a:r>
              <a:rPr dirty="0" sz="4400" spc="-90"/>
              <a:t> </a:t>
            </a:r>
            <a:r>
              <a:rPr dirty="0" sz="4400" spc="-135"/>
              <a:t>ANALYSIS</a:t>
            </a:r>
            <a:endParaRPr sz="4400"/>
          </a:p>
        </p:txBody>
      </p:sp>
      <p:sp>
        <p:nvSpPr>
          <p:cNvPr id="9" name="object 9"/>
          <p:cNvSpPr txBox="1"/>
          <p:nvPr/>
        </p:nvSpPr>
        <p:spPr>
          <a:xfrm>
            <a:off x="321335" y="1316676"/>
            <a:ext cx="4262120" cy="32194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50">
                <a:solidFill>
                  <a:srgbClr val="FFFFFF"/>
                </a:solidFill>
                <a:latin typeface="Lucida Sans Unicode"/>
                <a:cs typeface="Lucida Sans Unicode"/>
              </a:rPr>
              <a:t>(ANSWERING</a:t>
            </a:r>
            <a:r>
              <a:rPr dirty="0" sz="1950" spc="-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950">
                <a:solidFill>
                  <a:srgbClr val="FFFFFF"/>
                </a:solidFill>
                <a:latin typeface="Lucida Sans Unicode"/>
                <a:cs typeface="Lucida Sans Unicode"/>
              </a:rPr>
              <a:t>BUSINESS </a:t>
            </a:r>
            <a:r>
              <a:rPr dirty="0" sz="1950" spc="-10">
                <a:solidFill>
                  <a:srgbClr val="FFFFFF"/>
                </a:solidFill>
                <a:latin typeface="Lucida Sans Unicode"/>
                <a:cs typeface="Lucida Sans Unicode"/>
              </a:rPr>
              <a:t>QUESTIONS)</a:t>
            </a:r>
            <a:endParaRPr sz="1950">
              <a:latin typeface="Lucida Sans Unicode"/>
              <a:cs typeface="Lucida Sans Unicode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12360" y="2383527"/>
            <a:ext cx="9406890" cy="3454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100" spc="45">
                <a:solidFill>
                  <a:srgbClr val="FFFFFF"/>
                </a:solidFill>
                <a:latin typeface="Lucida Sans Unicode"/>
                <a:cs typeface="Lucida Sans Unicode"/>
              </a:rPr>
              <a:t>Understand</a:t>
            </a:r>
            <a:r>
              <a:rPr dirty="0" sz="2100" spc="-4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00">
                <a:solidFill>
                  <a:srgbClr val="FFFFFF"/>
                </a:solidFill>
                <a:latin typeface="Lucida Sans Unicode"/>
                <a:cs typeface="Lucida Sans Unicode"/>
              </a:rPr>
              <a:t>overall</a:t>
            </a:r>
            <a:r>
              <a:rPr dirty="0" sz="2100" spc="-4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00">
                <a:solidFill>
                  <a:srgbClr val="FFFFFF"/>
                </a:solidFill>
                <a:latin typeface="Lucida Sans Unicode"/>
                <a:cs typeface="Lucida Sans Unicode"/>
              </a:rPr>
              <a:t>attrition</a:t>
            </a:r>
            <a:r>
              <a:rPr dirty="0" sz="2100" spc="-3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00" spc="65">
                <a:solidFill>
                  <a:srgbClr val="FFFFFF"/>
                </a:solidFill>
                <a:latin typeface="Lucida Sans Unicode"/>
                <a:cs typeface="Lucida Sans Unicode"/>
              </a:rPr>
              <a:t>rate</a:t>
            </a:r>
            <a:r>
              <a:rPr dirty="0" sz="2100" spc="-4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00" spc="125">
                <a:solidFill>
                  <a:srgbClr val="FFFFFF"/>
                </a:solidFill>
                <a:latin typeface="Lucida Sans Unicode"/>
                <a:cs typeface="Lucida Sans Unicode"/>
              </a:rPr>
              <a:t>and</a:t>
            </a:r>
            <a:r>
              <a:rPr dirty="0" sz="2100" spc="-4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00" spc="60">
                <a:solidFill>
                  <a:srgbClr val="FFFFFF"/>
                </a:solidFill>
                <a:latin typeface="Lucida Sans Unicode"/>
                <a:cs typeface="Lucida Sans Unicode"/>
              </a:rPr>
              <a:t>how</a:t>
            </a:r>
            <a:r>
              <a:rPr dirty="0" sz="2100" spc="-3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00" spc="-65">
                <a:solidFill>
                  <a:srgbClr val="FFFFFF"/>
                </a:solidFill>
                <a:latin typeface="Lucida Sans Unicode"/>
                <a:cs typeface="Lucida Sans Unicode"/>
              </a:rPr>
              <a:t>it</a:t>
            </a:r>
            <a:r>
              <a:rPr dirty="0" sz="2100" spc="-4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00">
                <a:solidFill>
                  <a:srgbClr val="FFFFFF"/>
                </a:solidFill>
                <a:latin typeface="Lucida Sans Unicode"/>
                <a:cs typeface="Lucida Sans Unicode"/>
              </a:rPr>
              <a:t>varies</a:t>
            </a:r>
            <a:r>
              <a:rPr dirty="0" sz="2100" spc="-4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00" spc="70">
                <a:solidFill>
                  <a:srgbClr val="FFFFFF"/>
                </a:solidFill>
                <a:latin typeface="Lucida Sans Unicode"/>
                <a:cs typeface="Lucida Sans Unicode"/>
              </a:rPr>
              <a:t>across</a:t>
            </a:r>
            <a:r>
              <a:rPr dirty="0" sz="2100" spc="-3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00" spc="60">
                <a:solidFill>
                  <a:srgbClr val="FFFFFF"/>
                </a:solidFill>
                <a:latin typeface="Lucida Sans Unicode"/>
                <a:cs typeface="Lucida Sans Unicode"/>
              </a:rPr>
              <a:t>departments</a:t>
            </a:r>
            <a:endParaRPr sz="2100">
              <a:latin typeface="Lucida Sans Unicode"/>
              <a:cs typeface="Lucida Sans Unicode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8288000" cy="9994265"/>
            <a:chOff x="0" y="0"/>
            <a:chExt cx="18288000" cy="999426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8287999" cy="7386370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34036" y="1884735"/>
              <a:ext cx="1878964" cy="0"/>
            </a:xfrm>
            <a:custGeom>
              <a:avLst/>
              <a:gdLst/>
              <a:ahLst/>
              <a:cxnLst/>
              <a:rect l="l" t="t" r="r" b="b"/>
              <a:pathLst>
                <a:path w="1878964" h="0">
                  <a:moveTo>
                    <a:pt x="0" y="0"/>
                  </a:moveTo>
                  <a:lnTo>
                    <a:pt x="1878768" y="0"/>
                  </a:lnTo>
                </a:path>
              </a:pathLst>
            </a:custGeom>
            <a:ln w="28575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34036" y="3135081"/>
              <a:ext cx="5657849" cy="2867024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2300477" y="3169401"/>
              <a:ext cx="5734049" cy="2657474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095329" y="3135081"/>
              <a:ext cx="6029309" cy="3009899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34036" y="6304299"/>
              <a:ext cx="5572109" cy="343850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6060254" y="2992145"/>
              <a:ext cx="0" cy="7002145"/>
            </a:xfrm>
            <a:custGeom>
              <a:avLst/>
              <a:gdLst/>
              <a:ahLst/>
              <a:cxnLst/>
              <a:rect l="l" t="t" r="r" b="b"/>
              <a:pathLst>
                <a:path w="0" h="7002145">
                  <a:moveTo>
                    <a:pt x="0" y="0"/>
                  </a:moveTo>
                  <a:lnTo>
                    <a:pt x="0" y="7001713"/>
                  </a:lnTo>
                </a:path>
              </a:pathLst>
            </a:custGeom>
            <a:ln w="28575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12157564" y="2969522"/>
              <a:ext cx="0" cy="7002145"/>
            </a:xfrm>
            <a:custGeom>
              <a:avLst/>
              <a:gdLst/>
              <a:ahLst/>
              <a:cxnLst/>
              <a:rect l="l" t="t" r="r" b="b"/>
              <a:pathLst>
                <a:path w="0" h="7002145">
                  <a:moveTo>
                    <a:pt x="0" y="0"/>
                  </a:moveTo>
                  <a:lnTo>
                    <a:pt x="0" y="7001713"/>
                  </a:lnTo>
                </a:path>
              </a:pathLst>
            </a:custGeom>
            <a:ln w="28575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1" name="object 1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2314773" y="6364924"/>
              <a:ext cx="5743559" cy="3409949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161836" y="6466209"/>
              <a:ext cx="5838809" cy="3209940"/>
            </a:xfrm>
            <a:prstGeom prst="rect">
              <a:avLst/>
            </a:prstGeom>
          </p:spPr>
        </p:pic>
      </p:grpSp>
      <p:sp>
        <p:nvSpPr>
          <p:cNvPr id="13" name="object 13" descr="$PPTXTitle"/>
          <p:cNvSpPr txBox="1">
            <a:spLocks noGrp="1"/>
          </p:cNvSpPr>
          <p:nvPr>
            <p:ph type="title"/>
          </p:nvPr>
        </p:nvSpPr>
        <p:spPr>
          <a:xfrm>
            <a:off x="321335" y="123647"/>
            <a:ext cx="6268720" cy="120777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ts val="4280"/>
              </a:lnSpc>
              <a:spcBef>
                <a:spcPts val="125"/>
              </a:spcBef>
            </a:pPr>
            <a:r>
              <a:rPr dirty="0" sz="3800" spc="-25"/>
              <a:t>04</a:t>
            </a:r>
            <a:endParaRPr sz="3800"/>
          </a:p>
          <a:p>
            <a:pPr marL="12700">
              <a:lnSpc>
                <a:spcPts val="5000"/>
              </a:lnSpc>
            </a:pPr>
            <a:r>
              <a:rPr dirty="0" sz="4400" spc="-215"/>
              <a:t>EXPLORATORY</a:t>
            </a:r>
            <a:r>
              <a:rPr dirty="0" sz="4400" spc="-90"/>
              <a:t> </a:t>
            </a:r>
            <a:r>
              <a:rPr dirty="0" sz="4400" spc="-135"/>
              <a:t>ANALYSIS</a:t>
            </a:r>
            <a:endParaRPr sz="4400"/>
          </a:p>
        </p:txBody>
      </p:sp>
      <p:sp>
        <p:nvSpPr>
          <p:cNvPr id="14" name="object 14"/>
          <p:cNvSpPr txBox="1"/>
          <p:nvPr/>
        </p:nvSpPr>
        <p:spPr>
          <a:xfrm>
            <a:off x="321335" y="1316676"/>
            <a:ext cx="4262120" cy="32194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50">
                <a:solidFill>
                  <a:srgbClr val="FFFFFF"/>
                </a:solidFill>
                <a:latin typeface="Lucida Sans Unicode"/>
                <a:cs typeface="Lucida Sans Unicode"/>
              </a:rPr>
              <a:t>(ANSWERING</a:t>
            </a:r>
            <a:r>
              <a:rPr dirty="0" sz="1950" spc="-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950">
                <a:solidFill>
                  <a:srgbClr val="FFFFFF"/>
                </a:solidFill>
                <a:latin typeface="Lucida Sans Unicode"/>
                <a:cs typeface="Lucida Sans Unicode"/>
              </a:rPr>
              <a:t>BUSINESS </a:t>
            </a:r>
            <a:r>
              <a:rPr dirty="0" sz="1950" spc="-10">
                <a:solidFill>
                  <a:srgbClr val="FFFFFF"/>
                </a:solidFill>
                <a:latin typeface="Lucida Sans Unicode"/>
                <a:cs typeface="Lucida Sans Unicode"/>
              </a:rPr>
              <a:t>QUESTIONS)</a:t>
            </a:r>
            <a:endParaRPr sz="1950">
              <a:latin typeface="Lucida Sans Unicode"/>
              <a:cs typeface="Lucida Sans Unicode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11819" y="2119127"/>
            <a:ext cx="9764395" cy="1034415"/>
          </a:xfrm>
          <a:prstGeom prst="rect">
            <a:avLst/>
          </a:prstGeom>
        </p:spPr>
        <p:txBody>
          <a:bodyPr wrap="square" lIns="0" tIns="7112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60"/>
              </a:spcBef>
            </a:pPr>
            <a:r>
              <a:rPr dirty="0" sz="2100" spc="125">
                <a:solidFill>
                  <a:srgbClr val="FFFFFF"/>
                </a:solidFill>
                <a:latin typeface="Lucida Sans Unicode"/>
                <a:cs typeface="Lucida Sans Unicode"/>
              </a:rPr>
              <a:t>What</a:t>
            </a:r>
            <a:r>
              <a:rPr dirty="0" sz="2100" spc="-9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00" spc="-30">
                <a:solidFill>
                  <a:srgbClr val="FFFFFF"/>
                </a:solidFill>
                <a:latin typeface="Lucida Sans Unicode"/>
                <a:cs typeface="Lucida Sans Unicode"/>
              </a:rPr>
              <a:t>is</a:t>
            </a:r>
            <a:r>
              <a:rPr dirty="0" sz="2100" spc="-8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00">
                <a:solidFill>
                  <a:srgbClr val="FFFFFF"/>
                </a:solidFill>
                <a:latin typeface="Lucida Sans Unicode"/>
                <a:cs typeface="Lucida Sans Unicode"/>
              </a:rPr>
              <a:t>the</a:t>
            </a:r>
            <a:r>
              <a:rPr dirty="0" sz="2100" spc="-8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00">
                <a:solidFill>
                  <a:srgbClr val="FFFFFF"/>
                </a:solidFill>
                <a:latin typeface="Lucida Sans Unicode"/>
                <a:cs typeface="Lucida Sans Unicode"/>
              </a:rPr>
              <a:t>attrition</a:t>
            </a:r>
            <a:r>
              <a:rPr dirty="0" sz="2100" spc="-8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00" spc="65">
                <a:solidFill>
                  <a:srgbClr val="FFFFFF"/>
                </a:solidFill>
                <a:latin typeface="Lucida Sans Unicode"/>
                <a:cs typeface="Lucida Sans Unicode"/>
              </a:rPr>
              <a:t>rate</a:t>
            </a:r>
            <a:r>
              <a:rPr dirty="0" sz="2100" spc="-8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00" spc="80">
                <a:solidFill>
                  <a:srgbClr val="FFFFFF"/>
                </a:solidFill>
                <a:latin typeface="Lucida Sans Unicode"/>
                <a:cs typeface="Lucida Sans Unicode"/>
              </a:rPr>
              <a:t>by</a:t>
            </a:r>
            <a:r>
              <a:rPr dirty="0" sz="2100" spc="-8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00" spc="45">
                <a:solidFill>
                  <a:srgbClr val="FFFFFF"/>
                </a:solidFill>
                <a:latin typeface="Lucida Sans Unicode"/>
                <a:cs typeface="Lucida Sans Unicode"/>
              </a:rPr>
              <a:t>department,</a:t>
            </a:r>
            <a:r>
              <a:rPr dirty="0" sz="2100" spc="-8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00">
                <a:solidFill>
                  <a:srgbClr val="FFFFFF"/>
                </a:solidFill>
                <a:latin typeface="Lucida Sans Unicode"/>
                <a:cs typeface="Lucida Sans Unicode"/>
              </a:rPr>
              <a:t>job</a:t>
            </a:r>
            <a:r>
              <a:rPr dirty="0" sz="2100" spc="-8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00" spc="-60">
                <a:solidFill>
                  <a:srgbClr val="FFFFFF"/>
                </a:solidFill>
                <a:latin typeface="Lucida Sans Unicode"/>
                <a:cs typeface="Lucida Sans Unicode"/>
              </a:rPr>
              <a:t>role,</a:t>
            </a:r>
            <a:r>
              <a:rPr dirty="0" sz="2100" spc="-8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00" spc="125">
                <a:solidFill>
                  <a:srgbClr val="FFFFFF"/>
                </a:solidFill>
                <a:latin typeface="Lucida Sans Unicode"/>
                <a:cs typeface="Lucida Sans Unicode"/>
              </a:rPr>
              <a:t>and</a:t>
            </a:r>
            <a:r>
              <a:rPr dirty="0" sz="2100" spc="-8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00" spc="45">
                <a:solidFill>
                  <a:srgbClr val="FFFFFF"/>
                </a:solidFill>
                <a:latin typeface="Lucida Sans Unicode"/>
                <a:cs typeface="Lucida Sans Unicode"/>
              </a:rPr>
              <a:t>overtime</a:t>
            </a:r>
            <a:r>
              <a:rPr dirty="0" sz="2100" spc="-8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2100" spc="55">
                <a:solidFill>
                  <a:srgbClr val="FFFFFF"/>
                </a:solidFill>
                <a:latin typeface="Lucida Sans Unicode"/>
                <a:cs typeface="Lucida Sans Unicode"/>
              </a:rPr>
              <a:t>status?</a:t>
            </a:r>
            <a:endParaRPr sz="2100">
              <a:latin typeface="Lucida Sans Unicode"/>
              <a:cs typeface="Lucida Sans Unicode"/>
            </a:endParaRPr>
          </a:p>
          <a:p>
            <a:pPr marL="1320165">
              <a:lnSpc>
                <a:spcPct val="100000"/>
              </a:lnSpc>
              <a:spcBef>
                <a:spcPts val="765"/>
              </a:spcBef>
              <a:tabLst>
                <a:tab pos="7642225" algn="l"/>
              </a:tabLst>
            </a:pPr>
            <a:r>
              <a:rPr dirty="0" sz="3500" spc="-10" i="1">
                <a:solidFill>
                  <a:srgbClr val="FFFFFF"/>
                </a:solidFill>
                <a:latin typeface="Arial"/>
                <a:cs typeface="Arial"/>
              </a:rPr>
              <a:t>DEPARTMENT</a:t>
            </a:r>
            <a:r>
              <a:rPr dirty="0" sz="3500" i="1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dirty="0" sz="3500" spc="-210" i="1">
                <a:solidFill>
                  <a:srgbClr val="FFFFFF"/>
                </a:solidFill>
                <a:latin typeface="Arial"/>
                <a:cs typeface="Arial"/>
              </a:rPr>
              <a:t>OVERTIME</a:t>
            </a:r>
            <a:endParaRPr sz="35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4142364" y="2682602"/>
            <a:ext cx="2054860" cy="5588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3500" i="1">
                <a:solidFill>
                  <a:srgbClr val="FFFFFF"/>
                </a:solidFill>
                <a:latin typeface="Arial"/>
                <a:cs typeface="Arial"/>
              </a:rPr>
              <a:t>JOB</a:t>
            </a:r>
            <a:r>
              <a:rPr dirty="0" sz="3500" spc="-50" i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3500" spc="-380" i="1">
                <a:solidFill>
                  <a:srgbClr val="FFFFFF"/>
                </a:solidFill>
                <a:latin typeface="Arial"/>
                <a:cs typeface="Arial"/>
              </a:rPr>
              <a:t>ROLE</a:t>
            </a:r>
            <a:endParaRPr sz="35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8288000" cy="10116820"/>
            <a:chOff x="0" y="0"/>
            <a:chExt cx="18288000" cy="1011682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8287999" cy="7386370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34036" y="1884735"/>
              <a:ext cx="1878964" cy="0"/>
            </a:xfrm>
            <a:custGeom>
              <a:avLst/>
              <a:gdLst/>
              <a:ahLst/>
              <a:cxnLst/>
              <a:rect l="l" t="t" r="r" b="b"/>
              <a:pathLst>
                <a:path w="1878964" h="0">
                  <a:moveTo>
                    <a:pt x="0" y="0"/>
                  </a:moveTo>
                  <a:lnTo>
                    <a:pt x="1878768" y="0"/>
                  </a:lnTo>
                </a:path>
              </a:pathLst>
            </a:custGeom>
            <a:ln w="28575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34036" y="2969477"/>
              <a:ext cx="6095999" cy="342899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6628552" y="2468218"/>
              <a:ext cx="43815" cy="7585709"/>
            </a:xfrm>
            <a:custGeom>
              <a:avLst/>
              <a:gdLst/>
              <a:ahLst/>
              <a:cxnLst/>
              <a:rect l="l" t="t" r="r" b="b"/>
              <a:pathLst>
                <a:path w="43815" h="7585709">
                  <a:moveTo>
                    <a:pt x="43588" y="0"/>
                  </a:moveTo>
                  <a:lnTo>
                    <a:pt x="0" y="7585541"/>
                  </a:lnTo>
                </a:path>
              </a:pathLst>
            </a:custGeom>
            <a:ln w="28575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12093677" y="2516886"/>
              <a:ext cx="43815" cy="7585709"/>
            </a:xfrm>
            <a:custGeom>
              <a:avLst/>
              <a:gdLst/>
              <a:ahLst/>
              <a:cxnLst/>
              <a:rect l="l" t="t" r="r" b="b"/>
              <a:pathLst>
                <a:path w="43815" h="7585709">
                  <a:moveTo>
                    <a:pt x="43588" y="0"/>
                  </a:moveTo>
                  <a:lnTo>
                    <a:pt x="0" y="7585541"/>
                  </a:lnTo>
                </a:path>
              </a:pathLst>
            </a:custGeom>
            <a:ln w="28575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2332573" y="3240267"/>
              <a:ext cx="5514990" cy="2600324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2137287" y="5404698"/>
              <a:ext cx="5340522" cy="3019409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4184659" y="7687756"/>
              <a:ext cx="4086209" cy="2295509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755403" y="6912040"/>
              <a:ext cx="5219699" cy="3009899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921764" y="3006860"/>
              <a:ext cx="4886309" cy="3724290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5215615" y="5384870"/>
              <a:ext cx="2638424" cy="451713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34036" y="6757812"/>
              <a:ext cx="5781690" cy="3162299"/>
            </a:xfrm>
            <a:prstGeom prst="rect">
              <a:avLst/>
            </a:prstGeom>
          </p:spPr>
        </p:pic>
      </p:grpSp>
      <p:sp>
        <p:nvSpPr>
          <p:cNvPr id="15" name="object 15" descr="$PPTXTitle"/>
          <p:cNvSpPr txBox="1">
            <a:spLocks noGrp="1"/>
          </p:cNvSpPr>
          <p:nvPr>
            <p:ph type="title"/>
          </p:nvPr>
        </p:nvSpPr>
        <p:spPr>
          <a:xfrm>
            <a:off x="321335" y="123647"/>
            <a:ext cx="6268720" cy="120777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ts val="4280"/>
              </a:lnSpc>
              <a:spcBef>
                <a:spcPts val="125"/>
              </a:spcBef>
            </a:pPr>
            <a:r>
              <a:rPr dirty="0" sz="3800" spc="-25"/>
              <a:t>04</a:t>
            </a:r>
            <a:endParaRPr sz="3800"/>
          </a:p>
          <a:p>
            <a:pPr marL="12700">
              <a:lnSpc>
                <a:spcPts val="5000"/>
              </a:lnSpc>
            </a:pPr>
            <a:r>
              <a:rPr dirty="0" sz="4400" spc="-215"/>
              <a:t>EXPLORATORY</a:t>
            </a:r>
            <a:r>
              <a:rPr dirty="0" sz="4400" spc="-90"/>
              <a:t> </a:t>
            </a:r>
            <a:r>
              <a:rPr dirty="0" sz="4400" spc="-135"/>
              <a:t>ANALYSIS</a:t>
            </a:r>
            <a:endParaRPr sz="4400"/>
          </a:p>
        </p:txBody>
      </p:sp>
      <p:sp>
        <p:nvSpPr>
          <p:cNvPr id="16" name="object 16"/>
          <p:cNvSpPr txBox="1"/>
          <p:nvPr/>
        </p:nvSpPr>
        <p:spPr>
          <a:xfrm>
            <a:off x="321335" y="1316676"/>
            <a:ext cx="4262120" cy="32194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50">
                <a:solidFill>
                  <a:srgbClr val="FFFFFF"/>
                </a:solidFill>
                <a:latin typeface="Lucida Sans Unicode"/>
                <a:cs typeface="Lucida Sans Unicode"/>
              </a:rPr>
              <a:t>(ANSWERING</a:t>
            </a:r>
            <a:r>
              <a:rPr dirty="0" sz="1950" spc="-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950">
                <a:solidFill>
                  <a:srgbClr val="FFFFFF"/>
                </a:solidFill>
                <a:latin typeface="Lucida Sans Unicode"/>
                <a:cs typeface="Lucida Sans Unicode"/>
              </a:rPr>
              <a:t>BUSINESS </a:t>
            </a:r>
            <a:r>
              <a:rPr dirty="0" sz="1950" spc="-10">
                <a:solidFill>
                  <a:srgbClr val="FFFFFF"/>
                </a:solidFill>
                <a:latin typeface="Lucida Sans Unicode"/>
                <a:cs typeface="Lucida Sans Unicode"/>
              </a:rPr>
              <a:t>QUESTIONS)</a:t>
            </a:r>
            <a:endParaRPr sz="1950">
              <a:latin typeface="Lucida Sans Unicode"/>
              <a:cs typeface="Lucida Sans Unicode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65159" y="2132835"/>
            <a:ext cx="5858510" cy="69215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marR="5080">
              <a:lnSpc>
                <a:spcPct val="118200"/>
              </a:lnSpc>
              <a:spcBef>
                <a:spcPts val="95"/>
              </a:spcBef>
            </a:pPr>
            <a:r>
              <a:rPr dirty="0" sz="1850" spc="125">
                <a:solidFill>
                  <a:srgbClr val="FFFFFF"/>
                </a:solidFill>
                <a:latin typeface="Lucida Sans Unicode"/>
                <a:cs typeface="Lucida Sans Unicode"/>
              </a:rPr>
              <a:t>What</a:t>
            </a:r>
            <a:r>
              <a:rPr dirty="0" sz="1850" spc="-7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>
                <a:solidFill>
                  <a:srgbClr val="FFFFFF"/>
                </a:solidFill>
                <a:latin typeface="Lucida Sans Unicode"/>
                <a:cs typeface="Lucida Sans Unicode"/>
              </a:rPr>
              <a:t>is</a:t>
            </a:r>
            <a:r>
              <a:rPr dirty="0" sz="1850" spc="-7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50">
                <a:solidFill>
                  <a:srgbClr val="FFFFFF"/>
                </a:solidFill>
                <a:latin typeface="Lucida Sans Unicode"/>
                <a:cs typeface="Lucida Sans Unicode"/>
              </a:rPr>
              <a:t>the</a:t>
            </a:r>
            <a:r>
              <a:rPr dirty="0" sz="1850" spc="-7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120">
                <a:solidFill>
                  <a:srgbClr val="FFFFFF"/>
                </a:solidFill>
                <a:latin typeface="Lucida Sans Unicode"/>
                <a:cs typeface="Lucida Sans Unicode"/>
              </a:rPr>
              <a:t>average</a:t>
            </a:r>
            <a:r>
              <a:rPr dirty="0" sz="1850" spc="-7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50">
                <a:solidFill>
                  <a:srgbClr val="FFFFFF"/>
                </a:solidFill>
                <a:latin typeface="Lucida Sans Unicode"/>
                <a:cs typeface="Lucida Sans Unicode"/>
              </a:rPr>
              <a:t>monthly</a:t>
            </a:r>
            <a:r>
              <a:rPr dirty="0" sz="1850" spc="-7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90">
                <a:solidFill>
                  <a:srgbClr val="FFFFFF"/>
                </a:solidFill>
                <a:latin typeface="Lucida Sans Unicode"/>
                <a:cs typeface="Lucida Sans Unicode"/>
              </a:rPr>
              <a:t>income</a:t>
            </a:r>
            <a:r>
              <a:rPr dirty="0" sz="1850" spc="-7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95">
                <a:solidFill>
                  <a:srgbClr val="FFFFFF"/>
                </a:solidFill>
                <a:latin typeface="Lucida Sans Unicode"/>
                <a:cs typeface="Lucida Sans Unicode"/>
              </a:rPr>
              <a:t>by</a:t>
            </a:r>
            <a:r>
              <a:rPr dirty="0" sz="1850" spc="-7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>
                <a:solidFill>
                  <a:srgbClr val="FFFFFF"/>
                </a:solidFill>
                <a:latin typeface="Lucida Sans Unicode"/>
                <a:cs typeface="Lucida Sans Unicode"/>
              </a:rPr>
              <a:t>job</a:t>
            </a:r>
            <a:r>
              <a:rPr dirty="0" sz="1850" spc="-7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-10">
                <a:solidFill>
                  <a:srgbClr val="FFFFFF"/>
                </a:solidFill>
                <a:latin typeface="Lucida Sans Unicode"/>
                <a:cs typeface="Lucida Sans Unicode"/>
              </a:rPr>
              <a:t>level </a:t>
            </a:r>
            <a:r>
              <a:rPr dirty="0" sz="1850" spc="125">
                <a:solidFill>
                  <a:srgbClr val="FFFFFF"/>
                </a:solidFill>
                <a:latin typeface="Lucida Sans Unicode"/>
                <a:cs typeface="Lucida Sans Unicode"/>
              </a:rPr>
              <a:t>and</a:t>
            </a:r>
            <a:r>
              <a:rPr dirty="0" sz="1850" spc="-4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>
                <a:solidFill>
                  <a:srgbClr val="FFFFFF"/>
                </a:solidFill>
                <a:latin typeface="Lucida Sans Unicode"/>
                <a:cs typeface="Lucida Sans Unicode"/>
              </a:rPr>
              <a:t>attrition</a:t>
            </a:r>
            <a:r>
              <a:rPr dirty="0" sz="1850" spc="-3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65">
                <a:solidFill>
                  <a:srgbClr val="FFFFFF"/>
                </a:solidFill>
                <a:latin typeface="Lucida Sans Unicode"/>
                <a:cs typeface="Lucida Sans Unicode"/>
              </a:rPr>
              <a:t>status?</a:t>
            </a:r>
            <a:endParaRPr sz="1850">
              <a:latin typeface="Lucida Sans Unicode"/>
              <a:cs typeface="Lucida Sans Unicode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963440" y="2132835"/>
            <a:ext cx="4317365" cy="69215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marR="5080">
              <a:lnSpc>
                <a:spcPct val="118200"/>
              </a:lnSpc>
              <a:spcBef>
                <a:spcPts val="95"/>
              </a:spcBef>
            </a:pPr>
            <a:r>
              <a:rPr dirty="0" sz="1850" spc="85">
                <a:solidFill>
                  <a:srgbClr val="FFFFFF"/>
                </a:solidFill>
                <a:latin typeface="Lucida Sans Unicode"/>
                <a:cs typeface="Lucida Sans Unicode"/>
              </a:rPr>
              <a:t>Which</a:t>
            </a:r>
            <a:r>
              <a:rPr dirty="0" sz="1850" spc="-5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85">
                <a:solidFill>
                  <a:srgbClr val="FFFFFF"/>
                </a:solidFill>
                <a:latin typeface="Lucida Sans Unicode"/>
                <a:cs typeface="Lucida Sans Unicode"/>
              </a:rPr>
              <a:t>employees</a:t>
            </a:r>
            <a:r>
              <a:rPr dirty="0" sz="1850" spc="-5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90">
                <a:solidFill>
                  <a:srgbClr val="FFFFFF"/>
                </a:solidFill>
                <a:latin typeface="Lucida Sans Unicode"/>
                <a:cs typeface="Lucida Sans Unicode"/>
              </a:rPr>
              <a:t>combine</a:t>
            </a:r>
            <a:r>
              <a:rPr dirty="0" sz="1850" spc="-5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>
                <a:solidFill>
                  <a:srgbClr val="FFFFFF"/>
                </a:solidFill>
                <a:latin typeface="Lucida Sans Unicode"/>
                <a:cs typeface="Lucida Sans Unicode"/>
              </a:rPr>
              <a:t>low</a:t>
            </a:r>
            <a:r>
              <a:rPr dirty="0" sz="1850" spc="-5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-25">
                <a:solidFill>
                  <a:srgbClr val="FFFFFF"/>
                </a:solidFill>
                <a:latin typeface="Lucida Sans Unicode"/>
                <a:cs typeface="Lucida Sans Unicode"/>
              </a:rPr>
              <a:t>job </a:t>
            </a:r>
            <a:r>
              <a:rPr dirty="0" sz="1850" spc="45">
                <a:solidFill>
                  <a:srgbClr val="FFFFFF"/>
                </a:solidFill>
                <a:latin typeface="Lucida Sans Unicode"/>
                <a:cs typeface="Lucida Sans Unicode"/>
              </a:rPr>
              <a:t>satisfaction</a:t>
            </a:r>
            <a:r>
              <a:rPr dirty="0" sz="1850" spc="5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>
                <a:solidFill>
                  <a:srgbClr val="FFFFFF"/>
                </a:solidFill>
                <a:latin typeface="Lucida Sans Unicode"/>
                <a:cs typeface="Lucida Sans Unicode"/>
              </a:rPr>
              <a:t>with</a:t>
            </a:r>
            <a:r>
              <a:rPr dirty="0" sz="1850" spc="5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>
                <a:solidFill>
                  <a:srgbClr val="FFFFFF"/>
                </a:solidFill>
                <a:latin typeface="Lucida Sans Unicode"/>
                <a:cs typeface="Lucida Sans Unicode"/>
              </a:rPr>
              <a:t>frequent</a:t>
            </a:r>
            <a:r>
              <a:rPr dirty="0" sz="1850" spc="5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60">
                <a:solidFill>
                  <a:srgbClr val="FFFFFF"/>
                </a:solidFill>
                <a:latin typeface="Lucida Sans Unicode"/>
                <a:cs typeface="Lucida Sans Unicode"/>
              </a:rPr>
              <a:t>overtime?</a:t>
            </a:r>
            <a:endParaRPr sz="1850">
              <a:latin typeface="Lucida Sans Unicode"/>
              <a:cs typeface="Lucida Sans Unicode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2689382" y="1799542"/>
            <a:ext cx="4452620" cy="13589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marR="5080">
              <a:lnSpc>
                <a:spcPct val="118200"/>
              </a:lnSpc>
              <a:spcBef>
                <a:spcPts val="95"/>
              </a:spcBef>
            </a:pPr>
            <a:r>
              <a:rPr dirty="0" sz="1850" spc="85">
                <a:solidFill>
                  <a:srgbClr val="FFFFFF"/>
                </a:solidFill>
                <a:latin typeface="Lucida Sans Unicode"/>
                <a:cs typeface="Lucida Sans Unicode"/>
              </a:rPr>
              <a:t>Which</a:t>
            </a:r>
            <a:r>
              <a:rPr dirty="0" sz="1850" spc="-8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85">
                <a:solidFill>
                  <a:srgbClr val="FFFFFF"/>
                </a:solidFill>
                <a:latin typeface="Lucida Sans Unicode"/>
                <a:cs typeface="Lucida Sans Unicode"/>
              </a:rPr>
              <a:t>department</a:t>
            </a:r>
            <a:r>
              <a:rPr dirty="0" sz="1850" spc="-8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105">
                <a:solidFill>
                  <a:srgbClr val="FFFFFF"/>
                </a:solidFill>
                <a:latin typeface="Lucida Sans Unicode"/>
                <a:cs typeface="Lucida Sans Unicode"/>
              </a:rPr>
              <a:t>has</a:t>
            </a:r>
            <a:r>
              <a:rPr dirty="0" sz="1850" spc="-8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50">
                <a:solidFill>
                  <a:srgbClr val="FFFFFF"/>
                </a:solidFill>
                <a:latin typeface="Lucida Sans Unicode"/>
                <a:cs typeface="Lucida Sans Unicode"/>
              </a:rPr>
              <a:t>the</a:t>
            </a:r>
            <a:r>
              <a:rPr dirty="0" sz="1850" spc="-8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-10">
                <a:solidFill>
                  <a:srgbClr val="FFFFFF"/>
                </a:solidFill>
                <a:latin typeface="Lucida Sans Unicode"/>
                <a:cs typeface="Lucida Sans Unicode"/>
              </a:rPr>
              <a:t>highest attrition,</a:t>
            </a:r>
            <a:r>
              <a:rPr dirty="0" sz="1850" spc="-9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125">
                <a:solidFill>
                  <a:srgbClr val="FFFFFF"/>
                </a:solidFill>
                <a:latin typeface="Lucida Sans Unicode"/>
                <a:cs typeface="Lucida Sans Unicode"/>
              </a:rPr>
              <a:t>and</a:t>
            </a:r>
            <a:r>
              <a:rPr dirty="0" sz="1850" spc="-9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70">
                <a:solidFill>
                  <a:srgbClr val="FFFFFF"/>
                </a:solidFill>
                <a:latin typeface="Lucida Sans Unicode"/>
                <a:cs typeface="Lucida Sans Unicode"/>
              </a:rPr>
              <a:t>how</a:t>
            </a:r>
            <a:r>
              <a:rPr dirty="0" sz="1850" spc="-9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80">
                <a:solidFill>
                  <a:srgbClr val="FFFFFF"/>
                </a:solidFill>
                <a:latin typeface="Lucida Sans Unicode"/>
                <a:cs typeface="Lucida Sans Unicode"/>
              </a:rPr>
              <a:t>does</a:t>
            </a:r>
            <a:r>
              <a:rPr dirty="0" sz="1850" spc="-9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-30">
                <a:solidFill>
                  <a:srgbClr val="FFFFFF"/>
                </a:solidFill>
                <a:latin typeface="Lucida Sans Unicode"/>
                <a:cs typeface="Lucida Sans Unicode"/>
              </a:rPr>
              <a:t>it</a:t>
            </a:r>
            <a:r>
              <a:rPr dirty="0" sz="1850" spc="-9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55">
                <a:solidFill>
                  <a:srgbClr val="FFFFFF"/>
                </a:solidFill>
                <a:latin typeface="Lucida Sans Unicode"/>
                <a:cs typeface="Lucida Sans Unicode"/>
              </a:rPr>
              <a:t>break</a:t>
            </a:r>
            <a:r>
              <a:rPr dirty="0" sz="1850" spc="-8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55">
                <a:solidFill>
                  <a:srgbClr val="FFFFFF"/>
                </a:solidFill>
                <a:latin typeface="Lucida Sans Unicode"/>
                <a:cs typeface="Lucida Sans Unicode"/>
              </a:rPr>
              <a:t>down </a:t>
            </a:r>
            <a:r>
              <a:rPr dirty="0" sz="1850" spc="95">
                <a:solidFill>
                  <a:srgbClr val="FFFFFF"/>
                </a:solidFill>
                <a:latin typeface="Lucida Sans Unicode"/>
                <a:cs typeface="Lucida Sans Unicode"/>
              </a:rPr>
              <a:t>by</a:t>
            </a:r>
            <a:r>
              <a:rPr dirty="0" sz="1850" spc="-5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>
                <a:solidFill>
                  <a:srgbClr val="FFFFFF"/>
                </a:solidFill>
                <a:latin typeface="Lucida Sans Unicode"/>
                <a:cs typeface="Lucida Sans Unicode"/>
              </a:rPr>
              <a:t>job</a:t>
            </a:r>
            <a:r>
              <a:rPr dirty="0" sz="1850" spc="-5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>
                <a:solidFill>
                  <a:srgbClr val="FFFFFF"/>
                </a:solidFill>
                <a:latin typeface="Lucida Sans Unicode"/>
                <a:cs typeface="Lucida Sans Unicode"/>
              </a:rPr>
              <a:t>role</a:t>
            </a:r>
            <a:r>
              <a:rPr dirty="0" sz="1850" spc="-5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>
                <a:solidFill>
                  <a:srgbClr val="FFFFFF"/>
                </a:solidFill>
                <a:latin typeface="Lucida Sans Unicode"/>
                <a:cs typeface="Lucida Sans Unicode"/>
              </a:rPr>
              <a:t>within</a:t>
            </a:r>
            <a:r>
              <a:rPr dirty="0" sz="1850" spc="-5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65">
                <a:solidFill>
                  <a:srgbClr val="FFFFFF"/>
                </a:solidFill>
                <a:latin typeface="Lucida Sans Unicode"/>
                <a:cs typeface="Lucida Sans Unicode"/>
              </a:rPr>
              <a:t>that</a:t>
            </a:r>
            <a:r>
              <a:rPr dirty="0" sz="1850" spc="-5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85">
                <a:solidFill>
                  <a:srgbClr val="FFFFFF"/>
                </a:solidFill>
                <a:latin typeface="Lucida Sans Unicode"/>
                <a:cs typeface="Lucida Sans Unicode"/>
              </a:rPr>
              <a:t>department?</a:t>
            </a:r>
            <a:endParaRPr sz="1850">
              <a:latin typeface="Lucida Sans Unicode"/>
              <a:cs typeface="Lucida Sans Unicode"/>
            </a:endParaRPr>
          </a:p>
          <a:p>
            <a:pPr marL="12700">
              <a:lnSpc>
                <a:spcPct val="100000"/>
              </a:lnSpc>
              <a:spcBef>
                <a:spcPts val="405"/>
              </a:spcBef>
            </a:pPr>
            <a:r>
              <a:rPr dirty="0" sz="1850" spc="-200">
                <a:solidFill>
                  <a:srgbClr val="FFFFFF"/>
                </a:solidFill>
                <a:latin typeface="Lucida Sans Unicode"/>
                <a:cs typeface="Lucida Sans Unicode"/>
              </a:rPr>
              <a:t>+</a:t>
            </a:r>
            <a:r>
              <a:rPr dirty="0" sz="1850" spc="-8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-10">
                <a:solidFill>
                  <a:srgbClr val="FFFFFF"/>
                </a:solidFill>
                <a:latin typeface="Lucida Sans Unicode"/>
                <a:cs typeface="Lucida Sans Unicode"/>
              </a:rPr>
              <a:t>Diagonstic</a:t>
            </a:r>
            <a:endParaRPr sz="1850">
              <a:latin typeface="Lucida Sans Unicode"/>
              <a:cs typeface="Lucida Sans Unicode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8288000" cy="10287000"/>
            <a:chOff x="0" y="0"/>
            <a:chExt cx="18288000" cy="10287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8287999" cy="7386370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34036" y="1884735"/>
              <a:ext cx="1878964" cy="0"/>
            </a:xfrm>
            <a:custGeom>
              <a:avLst/>
              <a:gdLst/>
              <a:ahLst/>
              <a:cxnLst/>
              <a:rect l="l" t="t" r="r" b="b"/>
              <a:pathLst>
                <a:path w="1878964" h="0">
                  <a:moveTo>
                    <a:pt x="0" y="0"/>
                  </a:moveTo>
                  <a:lnTo>
                    <a:pt x="1878768" y="0"/>
                  </a:lnTo>
                </a:path>
              </a:pathLst>
            </a:custGeom>
            <a:ln w="28575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6628552" y="2468218"/>
              <a:ext cx="43815" cy="7585709"/>
            </a:xfrm>
            <a:custGeom>
              <a:avLst/>
              <a:gdLst/>
              <a:ahLst/>
              <a:cxnLst/>
              <a:rect l="l" t="t" r="r" b="b"/>
              <a:pathLst>
                <a:path w="43815" h="7585709">
                  <a:moveTo>
                    <a:pt x="43588" y="0"/>
                  </a:moveTo>
                  <a:lnTo>
                    <a:pt x="0" y="7585541"/>
                  </a:lnTo>
                </a:path>
              </a:pathLst>
            </a:custGeom>
            <a:ln w="28575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12093677" y="2516886"/>
              <a:ext cx="43815" cy="7585709"/>
            </a:xfrm>
            <a:custGeom>
              <a:avLst/>
              <a:gdLst/>
              <a:ahLst/>
              <a:cxnLst/>
              <a:rect l="l" t="t" r="r" b="b"/>
              <a:pathLst>
                <a:path w="43815" h="7585709">
                  <a:moveTo>
                    <a:pt x="43588" y="0"/>
                  </a:moveTo>
                  <a:lnTo>
                    <a:pt x="0" y="7585541"/>
                  </a:lnTo>
                </a:path>
              </a:pathLst>
            </a:custGeom>
            <a:ln w="28575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2590" y="6629827"/>
              <a:ext cx="6238890" cy="3657171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60555" y="2826227"/>
              <a:ext cx="5438790" cy="3771899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763146" y="6629826"/>
              <a:ext cx="5238749" cy="2876549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807860" y="3726240"/>
              <a:ext cx="5153040" cy="1971674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2275423" y="3311651"/>
              <a:ext cx="5848349" cy="2209799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2361133" y="7657612"/>
              <a:ext cx="2781299" cy="2457449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5222808" y="7657612"/>
              <a:ext cx="2733674" cy="2445532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5703661" y="5278343"/>
              <a:ext cx="2257424" cy="2257424"/>
            </a:xfrm>
            <a:prstGeom prst="rect">
              <a:avLst/>
            </a:prstGeom>
          </p:spPr>
        </p:pic>
      </p:grpSp>
      <p:sp>
        <p:nvSpPr>
          <p:cNvPr id="15" name="object 15" descr="$PPTXTitle"/>
          <p:cNvSpPr txBox="1">
            <a:spLocks noGrp="1"/>
          </p:cNvSpPr>
          <p:nvPr>
            <p:ph type="title"/>
          </p:nvPr>
        </p:nvSpPr>
        <p:spPr>
          <a:xfrm>
            <a:off x="321335" y="123647"/>
            <a:ext cx="6268720" cy="120777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ts val="4280"/>
              </a:lnSpc>
              <a:spcBef>
                <a:spcPts val="125"/>
              </a:spcBef>
            </a:pPr>
            <a:r>
              <a:rPr dirty="0" sz="3800" spc="-25"/>
              <a:t>04</a:t>
            </a:r>
            <a:endParaRPr sz="3800"/>
          </a:p>
          <a:p>
            <a:pPr marL="12700">
              <a:lnSpc>
                <a:spcPts val="5000"/>
              </a:lnSpc>
            </a:pPr>
            <a:r>
              <a:rPr dirty="0" sz="4400" spc="-215"/>
              <a:t>EXPLORATORY</a:t>
            </a:r>
            <a:r>
              <a:rPr dirty="0" sz="4400" spc="-90"/>
              <a:t> </a:t>
            </a:r>
            <a:r>
              <a:rPr dirty="0" sz="4400" spc="-135"/>
              <a:t>ANALYSIS</a:t>
            </a:r>
            <a:endParaRPr sz="4400"/>
          </a:p>
        </p:txBody>
      </p:sp>
      <p:sp>
        <p:nvSpPr>
          <p:cNvPr id="16" name="object 16"/>
          <p:cNvSpPr txBox="1"/>
          <p:nvPr/>
        </p:nvSpPr>
        <p:spPr>
          <a:xfrm>
            <a:off x="321335" y="1316676"/>
            <a:ext cx="4497705" cy="32194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50" spc="-10">
                <a:solidFill>
                  <a:srgbClr val="FFFFFF"/>
                </a:solidFill>
                <a:latin typeface="Lucida Sans Unicode"/>
                <a:cs typeface="Lucida Sans Unicode"/>
              </a:rPr>
              <a:t>(DIAGNOSTIC</a:t>
            </a:r>
            <a:r>
              <a:rPr dirty="0" sz="1950" spc="-3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950" spc="-70">
                <a:solidFill>
                  <a:srgbClr val="FFFFFF"/>
                </a:solidFill>
                <a:latin typeface="Lucida Sans Unicode"/>
                <a:cs typeface="Lucida Sans Unicode"/>
              </a:rPr>
              <a:t>ANALYTICS</a:t>
            </a:r>
            <a:r>
              <a:rPr dirty="0" sz="1950" spc="-3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950" spc="-10">
                <a:solidFill>
                  <a:srgbClr val="FFFFFF"/>
                </a:solidFill>
                <a:latin typeface="Lucida Sans Unicode"/>
                <a:cs typeface="Lucida Sans Unicode"/>
              </a:rPr>
              <a:t>QUESTIONS)</a:t>
            </a:r>
            <a:endParaRPr sz="1950">
              <a:latin typeface="Lucida Sans Unicode"/>
              <a:cs typeface="Lucida Sans Unicode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65159" y="2132835"/>
            <a:ext cx="6029960" cy="69215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marR="5080">
              <a:lnSpc>
                <a:spcPct val="118200"/>
              </a:lnSpc>
              <a:spcBef>
                <a:spcPts val="95"/>
              </a:spcBef>
            </a:pPr>
            <a:r>
              <a:rPr dirty="0" sz="1850" spc="50">
                <a:solidFill>
                  <a:srgbClr val="FFFFFF"/>
                </a:solidFill>
                <a:latin typeface="Lucida Sans Unicode"/>
                <a:cs typeface="Lucida Sans Unicode"/>
              </a:rPr>
              <a:t>Bucket</a:t>
            </a:r>
            <a:r>
              <a:rPr dirty="0" sz="1850" spc="4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>
                <a:solidFill>
                  <a:srgbClr val="FFFFFF"/>
                </a:solidFill>
                <a:latin typeface="Lucida Sans Unicode"/>
                <a:cs typeface="Lucida Sans Unicode"/>
              </a:rPr>
              <a:t>"years</a:t>
            </a:r>
            <a:r>
              <a:rPr dirty="0" sz="1850" spc="4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114">
                <a:solidFill>
                  <a:srgbClr val="FFFFFF"/>
                </a:solidFill>
                <a:latin typeface="Lucida Sans Unicode"/>
                <a:cs typeface="Lucida Sans Unicode"/>
              </a:rPr>
              <a:t>at</a:t>
            </a:r>
            <a:r>
              <a:rPr dirty="0" sz="1850" spc="4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95">
                <a:solidFill>
                  <a:srgbClr val="FFFFFF"/>
                </a:solidFill>
                <a:latin typeface="Lucida Sans Unicode"/>
                <a:cs typeface="Lucida Sans Unicode"/>
              </a:rPr>
              <a:t>company"</a:t>
            </a:r>
            <a:r>
              <a:rPr dirty="0" sz="1850" spc="4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>
                <a:solidFill>
                  <a:srgbClr val="FFFFFF"/>
                </a:solidFill>
                <a:latin typeface="Lucida Sans Unicode"/>
                <a:cs typeface="Lucida Sans Unicode"/>
              </a:rPr>
              <a:t>into</a:t>
            </a:r>
            <a:r>
              <a:rPr dirty="0" sz="1850" spc="4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>
                <a:solidFill>
                  <a:srgbClr val="FFFFFF"/>
                </a:solidFill>
                <a:latin typeface="Lucida Sans Unicode"/>
                <a:cs typeface="Lucida Sans Unicode"/>
              </a:rPr>
              <a:t>tenure</a:t>
            </a:r>
            <a:r>
              <a:rPr dirty="0" sz="1850" spc="4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>
                <a:solidFill>
                  <a:srgbClr val="FFFFFF"/>
                </a:solidFill>
                <a:latin typeface="Lucida Sans Unicode"/>
                <a:cs typeface="Lucida Sans Unicode"/>
              </a:rPr>
              <a:t>groups</a:t>
            </a:r>
            <a:r>
              <a:rPr dirty="0" sz="1850" spc="4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100">
                <a:solidFill>
                  <a:srgbClr val="FFFFFF"/>
                </a:solidFill>
                <a:latin typeface="Lucida Sans Unicode"/>
                <a:cs typeface="Lucida Sans Unicode"/>
              </a:rPr>
              <a:t>and compute</a:t>
            </a:r>
            <a:r>
              <a:rPr dirty="0" sz="1850" spc="-6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>
                <a:solidFill>
                  <a:srgbClr val="FFFFFF"/>
                </a:solidFill>
                <a:latin typeface="Lucida Sans Unicode"/>
                <a:cs typeface="Lucida Sans Unicode"/>
              </a:rPr>
              <a:t>attrition</a:t>
            </a:r>
            <a:r>
              <a:rPr dirty="0" sz="1850" spc="-5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70">
                <a:solidFill>
                  <a:srgbClr val="FFFFFF"/>
                </a:solidFill>
                <a:latin typeface="Lucida Sans Unicode"/>
                <a:cs typeface="Lucida Sans Unicode"/>
              </a:rPr>
              <a:t>rate</a:t>
            </a:r>
            <a:r>
              <a:rPr dirty="0" sz="1850" spc="-5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55">
                <a:solidFill>
                  <a:srgbClr val="FFFFFF"/>
                </a:solidFill>
                <a:latin typeface="Lucida Sans Unicode"/>
                <a:cs typeface="Lucida Sans Unicode"/>
              </a:rPr>
              <a:t>per</a:t>
            </a:r>
            <a:r>
              <a:rPr dirty="0" sz="1850" spc="-5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40">
                <a:solidFill>
                  <a:srgbClr val="FFFFFF"/>
                </a:solidFill>
                <a:latin typeface="Lucida Sans Unicode"/>
                <a:cs typeface="Lucida Sans Unicode"/>
              </a:rPr>
              <a:t>group</a:t>
            </a:r>
            <a:endParaRPr sz="1850">
              <a:latin typeface="Lucida Sans Unicode"/>
              <a:cs typeface="Lucida Sans Unicode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963440" y="2132835"/>
            <a:ext cx="4757420" cy="102552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marR="5080">
              <a:lnSpc>
                <a:spcPct val="118200"/>
              </a:lnSpc>
              <a:spcBef>
                <a:spcPts val="95"/>
              </a:spcBef>
            </a:pPr>
            <a:r>
              <a:rPr dirty="0" sz="1850">
                <a:solidFill>
                  <a:srgbClr val="FFFFFF"/>
                </a:solidFill>
                <a:latin typeface="Lucida Sans Unicode"/>
                <a:cs typeface="Lucida Sans Unicode"/>
              </a:rPr>
              <a:t>Cross-</a:t>
            </a:r>
            <a:r>
              <a:rPr dirty="0" sz="1850" spc="80">
                <a:solidFill>
                  <a:srgbClr val="FFFFFF"/>
                </a:solidFill>
                <a:latin typeface="Lucida Sans Unicode"/>
                <a:cs typeface="Lucida Sans Unicode"/>
              </a:rPr>
              <a:t>tabulate</a:t>
            </a:r>
            <a:r>
              <a:rPr dirty="0" sz="1850" spc="-1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55">
                <a:solidFill>
                  <a:srgbClr val="FFFFFF"/>
                </a:solidFill>
                <a:latin typeface="Lucida Sans Unicode"/>
                <a:cs typeface="Lucida Sans Unicode"/>
              </a:rPr>
              <a:t>overtime</a:t>
            </a:r>
            <a:r>
              <a:rPr dirty="0" sz="1850" spc="-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50">
                <a:solidFill>
                  <a:srgbClr val="FFFFFF"/>
                </a:solidFill>
                <a:latin typeface="Lucida Sans Unicode"/>
                <a:cs typeface="Lucida Sans Unicode"/>
              </a:rPr>
              <a:t>status</a:t>
            </a:r>
            <a:r>
              <a:rPr dirty="0" sz="1850" spc="-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70">
                <a:solidFill>
                  <a:srgbClr val="FFFFFF"/>
                </a:solidFill>
                <a:latin typeface="Lucida Sans Unicode"/>
                <a:cs typeface="Lucida Sans Unicode"/>
              </a:rPr>
              <a:t>against </a:t>
            </a:r>
            <a:r>
              <a:rPr dirty="0" sz="1850" spc="-10">
                <a:solidFill>
                  <a:srgbClr val="FFFFFF"/>
                </a:solidFill>
                <a:latin typeface="Lucida Sans Unicode"/>
                <a:cs typeface="Lucida Sans Unicode"/>
              </a:rPr>
              <a:t>attrition,</a:t>
            </a:r>
            <a:r>
              <a:rPr dirty="0" sz="1850" spc="-6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125">
                <a:solidFill>
                  <a:srgbClr val="FFFFFF"/>
                </a:solidFill>
                <a:latin typeface="Lucida Sans Unicode"/>
                <a:cs typeface="Lucida Sans Unicode"/>
              </a:rPr>
              <a:t>and</a:t>
            </a:r>
            <a:r>
              <a:rPr dirty="0" sz="1850" spc="-6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>
                <a:solidFill>
                  <a:srgbClr val="FFFFFF"/>
                </a:solidFill>
                <a:latin typeface="Lucida Sans Unicode"/>
                <a:cs typeface="Lucida Sans Unicode"/>
              </a:rPr>
              <a:t>job</a:t>
            </a:r>
            <a:r>
              <a:rPr dirty="0" sz="1850" spc="-6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45">
                <a:solidFill>
                  <a:srgbClr val="FFFFFF"/>
                </a:solidFill>
                <a:latin typeface="Lucida Sans Unicode"/>
                <a:cs typeface="Lucida Sans Unicode"/>
              </a:rPr>
              <a:t>satisfaction</a:t>
            </a:r>
            <a:r>
              <a:rPr dirty="0" sz="1850" spc="-6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45">
                <a:solidFill>
                  <a:srgbClr val="FFFFFF"/>
                </a:solidFill>
                <a:latin typeface="Lucida Sans Unicode"/>
                <a:cs typeface="Lucida Sans Unicode"/>
              </a:rPr>
              <a:t>score </a:t>
            </a:r>
            <a:r>
              <a:rPr dirty="0" sz="1850" spc="80">
                <a:solidFill>
                  <a:srgbClr val="FFFFFF"/>
                </a:solidFill>
                <a:latin typeface="Lucida Sans Unicode"/>
                <a:cs typeface="Lucida Sans Unicode"/>
              </a:rPr>
              <a:t>against</a:t>
            </a:r>
            <a:r>
              <a:rPr dirty="0" sz="1850" spc="-7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-10">
                <a:solidFill>
                  <a:srgbClr val="FFFFFF"/>
                </a:solidFill>
                <a:latin typeface="Lucida Sans Unicode"/>
                <a:cs typeface="Lucida Sans Unicode"/>
              </a:rPr>
              <a:t>attrition</a:t>
            </a:r>
            <a:endParaRPr sz="1850">
              <a:latin typeface="Lucida Sans Unicode"/>
              <a:cs typeface="Lucida Sans Unicode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2557983" y="2084247"/>
            <a:ext cx="4761230" cy="102552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marR="5080">
              <a:lnSpc>
                <a:spcPct val="118200"/>
              </a:lnSpc>
              <a:spcBef>
                <a:spcPts val="95"/>
              </a:spcBef>
            </a:pPr>
            <a:r>
              <a:rPr dirty="0" sz="1850" spc="120">
                <a:solidFill>
                  <a:srgbClr val="FFFFFF"/>
                </a:solidFill>
                <a:latin typeface="Lucida Sans Unicode"/>
                <a:cs typeface="Lucida Sans Unicode"/>
              </a:rPr>
              <a:t>Compare</a:t>
            </a:r>
            <a:r>
              <a:rPr dirty="0" sz="1850" spc="-7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120">
                <a:solidFill>
                  <a:srgbClr val="FFFFFF"/>
                </a:solidFill>
                <a:latin typeface="Lucida Sans Unicode"/>
                <a:cs typeface="Lucida Sans Unicode"/>
              </a:rPr>
              <a:t>average</a:t>
            </a:r>
            <a:r>
              <a:rPr dirty="0" sz="1850" spc="-7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45">
                <a:solidFill>
                  <a:srgbClr val="FFFFFF"/>
                </a:solidFill>
                <a:latin typeface="Lucida Sans Unicode"/>
                <a:cs typeface="Lucida Sans Unicode"/>
              </a:rPr>
              <a:t>income,</a:t>
            </a:r>
            <a:r>
              <a:rPr dirty="0" sz="1850" spc="-7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-10">
                <a:solidFill>
                  <a:srgbClr val="FFFFFF"/>
                </a:solidFill>
                <a:latin typeface="Lucida Sans Unicode"/>
                <a:cs typeface="Lucida Sans Unicode"/>
              </a:rPr>
              <a:t>satisfaction, </a:t>
            </a:r>
            <a:r>
              <a:rPr dirty="0" sz="1850" spc="125">
                <a:solidFill>
                  <a:srgbClr val="FFFFFF"/>
                </a:solidFill>
                <a:latin typeface="Lucida Sans Unicode"/>
                <a:cs typeface="Lucida Sans Unicode"/>
              </a:rPr>
              <a:t>and</a:t>
            </a:r>
            <a:r>
              <a:rPr dirty="0" sz="1850" spc="-7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-20">
                <a:solidFill>
                  <a:srgbClr val="FFFFFF"/>
                </a:solidFill>
                <a:latin typeface="Lucida Sans Unicode"/>
                <a:cs typeface="Lucida Sans Unicode"/>
              </a:rPr>
              <a:t>work-life</a:t>
            </a:r>
            <a:r>
              <a:rPr dirty="0" sz="1850" spc="-6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120">
                <a:solidFill>
                  <a:srgbClr val="FFFFFF"/>
                </a:solidFill>
                <a:latin typeface="Lucida Sans Unicode"/>
                <a:cs typeface="Lucida Sans Unicode"/>
              </a:rPr>
              <a:t>balance</a:t>
            </a:r>
            <a:r>
              <a:rPr dirty="0" sz="1850" spc="-6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60">
                <a:solidFill>
                  <a:srgbClr val="FFFFFF"/>
                </a:solidFill>
                <a:latin typeface="Lucida Sans Unicode"/>
                <a:cs typeface="Lucida Sans Unicode"/>
              </a:rPr>
              <a:t>scores</a:t>
            </a:r>
            <a:r>
              <a:rPr dirty="0" sz="1850" spc="-7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75">
                <a:solidFill>
                  <a:srgbClr val="FFFFFF"/>
                </a:solidFill>
                <a:latin typeface="Lucida Sans Unicode"/>
                <a:cs typeface="Lucida Sans Unicode"/>
              </a:rPr>
              <a:t>between </a:t>
            </a:r>
            <a:r>
              <a:rPr dirty="0" sz="1850" spc="85">
                <a:solidFill>
                  <a:srgbClr val="FFFFFF"/>
                </a:solidFill>
                <a:latin typeface="Lucida Sans Unicode"/>
                <a:cs typeface="Lucida Sans Unicode"/>
              </a:rPr>
              <a:t>employees</a:t>
            </a:r>
            <a:r>
              <a:rPr dirty="0" sz="1850" spc="-9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70">
                <a:solidFill>
                  <a:srgbClr val="FFFFFF"/>
                </a:solidFill>
                <a:latin typeface="Lucida Sans Unicode"/>
                <a:cs typeface="Lucida Sans Unicode"/>
              </a:rPr>
              <a:t>who</a:t>
            </a:r>
            <a:r>
              <a:rPr dirty="0" sz="1850" spc="-9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>
                <a:solidFill>
                  <a:srgbClr val="FFFFFF"/>
                </a:solidFill>
                <a:latin typeface="Lucida Sans Unicode"/>
                <a:cs typeface="Lucida Sans Unicode"/>
              </a:rPr>
              <a:t>left</a:t>
            </a:r>
            <a:r>
              <a:rPr dirty="0" sz="1850" spc="-90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-10">
                <a:solidFill>
                  <a:srgbClr val="FFFFFF"/>
                </a:solidFill>
                <a:latin typeface="Lucida Sans Unicode"/>
                <a:cs typeface="Lucida Sans Unicode"/>
              </a:rPr>
              <a:t>vs.</a:t>
            </a:r>
            <a:r>
              <a:rPr dirty="0" sz="1850" spc="-95">
                <a:solidFill>
                  <a:srgbClr val="FFFFFF"/>
                </a:solidFill>
                <a:latin typeface="Lucida Sans Unicode"/>
                <a:cs typeface="Lucida Sans Unicode"/>
              </a:rPr>
              <a:t> </a:t>
            </a:r>
            <a:r>
              <a:rPr dirty="0" sz="1850" spc="85">
                <a:solidFill>
                  <a:srgbClr val="FFFFFF"/>
                </a:solidFill>
                <a:latin typeface="Lucida Sans Unicode"/>
                <a:cs typeface="Lucida Sans Unicode"/>
              </a:rPr>
              <a:t>stayed</a:t>
            </a:r>
            <a:endParaRPr sz="1850">
              <a:latin typeface="Lucida Sans Unicode"/>
              <a:cs typeface="Lucida Sans Unicode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8288000" cy="9998710"/>
            <a:chOff x="0" y="0"/>
            <a:chExt cx="18288000" cy="999871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8287999" cy="7425385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74385" y="1266352"/>
              <a:ext cx="15535259" cy="8731818"/>
            </a:xfrm>
            <a:prstGeom prst="rect">
              <a:avLst/>
            </a:prstGeom>
          </p:spPr>
        </p:pic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393700">
              <a:lnSpc>
                <a:spcPct val="100000"/>
              </a:lnSpc>
              <a:spcBef>
                <a:spcPts val="130"/>
              </a:spcBef>
            </a:pPr>
            <a:r>
              <a:rPr dirty="0" u="sng" baseline="1633" sz="7650" spc="-97">
                <a:uFill>
                  <a:solidFill>
                    <a:srgbClr val="D1B999"/>
                  </a:solidFill>
                </a:uFill>
              </a:rPr>
              <a:t>05</a:t>
            </a:r>
            <a:r>
              <a:rPr dirty="0" u="sng" baseline="1633" sz="7650" spc="-494">
                <a:uFill>
                  <a:solidFill>
                    <a:srgbClr val="D1B999"/>
                  </a:solidFill>
                </a:uFill>
              </a:rPr>
              <a:t> </a:t>
            </a:r>
            <a:r>
              <a:rPr dirty="0" u="sng" sz="5850" spc="-50">
                <a:uFill>
                  <a:solidFill>
                    <a:srgbClr val="D1B999"/>
                  </a:solidFill>
                </a:uFill>
              </a:rPr>
              <a:t>DASH</a:t>
            </a:r>
            <a:r>
              <a:rPr dirty="0" sz="5850" spc="-50"/>
              <a:t>BOARDING</a:t>
            </a:r>
            <a:r>
              <a:rPr dirty="0" sz="5850" spc="-350"/>
              <a:t> </a:t>
            </a:r>
            <a:r>
              <a:rPr dirty="0" sz="5850" spc="240"/>
              <a:t>&amp;</a:t>
            </a:r>
            <a:r>
              <a:rPr dirty="0" sz="5850" spc="-345"/>
              <a:t> </a:t>
            </a:r>
            <a:r>
              <a:rPr dirty="0" sz="5850" spc="-10"/>
              <a:t>REPORTS</a:t>
            </a:r>
            <a:endParaRPr sz="585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8288000" cy="9972675"/>
            <a:chOff x="0" y="0"/>
            <a:chExt cx="18288000" cy="997267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8287999" cy="7425385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715088" y="1123474"/>
              <a:ext cx="2513330" cy="0"/>
            </a:xfrm>
            <a:custGeom>
              <a:avLst/>
              <a:gdLst/>
              <a:ahLst/>
              <a:cxnLst/>
              <a:rect l="l" t="t" r="r" b="b"/>
              <a:pathLst>
                <a:path w="2513330" h="0">
                  <a:moveTo>
                    <a:pt x="0" y="0"/>
                  </a:moveTo>
                  <a:lnTo>
                    <a:pt x="2513228" y="0"/>
                  </a:lnTo>
                </a:path>
              </a:pathLst>
            </a:custGeom>
            <a:ln w="38100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265618" y="1266352"/>
              <a:ext cx="15535259" cy="8705846"/>
            </a:xfrm>
            <a:prstGeom prst="rect">
              <a:avLst/>
            </a:prstGeom>
          </p:spPr>
        </p:pic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393700">
              <a:lnSpc>
                <a:spcPct val="100000"/>
              </a:lnSpc>
              <a:spcBef>
                <a:spcPts val="130"/>
              </a:spcBef>
            </a:pPr>
            <a:r>
              <a:rPr dirty="0" baseline="7080" sz="7650" spc="-97"/>
              <a:t>05</a:t>
            </a:r>
            <a:r>
              <a:rPr dirty="0" baseline="7080" sz="7650" spc="-494"/>
              <a:t> </a:t>
            </a:r>
            <a:r>
              <a:rPr dirty="0" sz="5850" spc="-50"/>
              <a:t>DASHBOARDING</a:t>
            </a:r>
            <a:r>
              <a:rPr dirty="0" sz="5850" spc="-350"/>
              <a:t> </a:t>
            </a:r>
            <a:r>
              <a:rPr dirty="0" sz="5850" spc="240"/>
              <a:t>&amp;</a:t>
            </a:r>
            <a:r>
              <a:rPr dirty="0" sz="5850" spc="-345"/>
              <a:t> </a:t>
            </a:r>
            <a:r>
              <a:rPr dirty="0" sz="5850" spc="-10"/>
              <a:t>REPORTS</a:t>
            </a:r>
            <a:endParaRPr sz="585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8288000" cy="10029825"/>
            <a:chOff x="0" y="0"/>
            <a:chExt cx="18288000" cy="1002982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8287999" cy="7425385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715088" y="1123474"/>
              <a:ext cx="2513330" cy="0"/>
            </a:xfrm>
            <a:custGeom>
              <a:avLst/>
              <a:gdLst/>
              <a:ahLst/>
              <a:cxnLst/>
              <a:rect l="l" t="t" r="r" b="b"/>
              <a:pathLst>
                <a:path w="2513330" h="0">
                  <a:moveTo>
                    <a:pt x="0" y="0"/>
                  </a:moveTo>
                  <a:lnTo>
                    <a:pt x="2513228" y="0"/>
                  </a:lnTo>
                </a:path>
              </a:pathLst>
            </a:custGeom>
            <a:ln w="38100">
              <a:solidFill>
                <a:srgbClr val="D1B999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219870" y="1266352"/>
              <a:ext cx="15542300" cy="8763000"/>
            </a:xfrm>
            <a:prstGeom prst="rect">
              <a:avLst/>
            </a:prstGeom>
          </p:spPr>
        </p:pic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393700">
              <a:lnSpc>
                <a:spcPct val="100000"/>
              </a:lnSpc>
              <a:spcBef>
                <a:spcPts val="130"/>
              </a:spcBef>
            </a:pPr>
            <a:r>
              <a:rPr dirty="0" baseline="7080" sz="7650" spc="-97"/>
              <a:t>05</a:t>
            </a:r>
            <a:r>
              <a:rPr dirty="0" baseline="7080" sz="7650" spc="-494"/>
              <a:t> </a:t>
            </a:r>
            <a:r>
              <a:rPr dirty="0" sz="5850" spc="-50"/>
              <a:t>DASHBOARDING</a:t>
            </a:r>
            <a:r>
              <a:rPr dirty="0" sz="5850" spc="-350"/>
              <a:t> </a:t>
            </a:r>
            <a:r>
              <a:rPr dirty="0" sz="5850" spc="240"/>
              <a:t>&amp;</a:t>
            </a:r>
            <a:r>
              <a:rPr dirty="0" sz="5850" spc="-345"/>
              <a:t> </a:t>
            </a:r>
            <a:r>
              <a:rPr dirty="0" sz="5850" spc="-10"/>
              <a:t>REPORTS</a:t>
            </a:r>
            <a:endParaRPr sz="585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488321"/>
            <a:ext cx="18287999" cy="9305909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590812" y="4337835"/>
            <a:ext cx="7106284" cy="1485900"/>
          </a:xfrm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9550" spc="-465"/>
              <a:t>THANK</a:t>
            </a:r>
            <a:r>
              <a:rPr dirty="0" sz="9550" spc="-450"/>
              <a:t> </a:t>
            </a:r>
            <a:r>
              <a:rPr dirty="0" sz="9550" spc="-105"/>
              <a:t>YOU!</a:t>
            </a:r>
            <a:endParaRPr sz="95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Youssef Aly</dc:creator>
  <cp:keywords>DAHTLoBsZ5g,BACfXDYCPWo</cp:keywords>
  <dc:title>Final Presentation</dc:title>
  <dcterms:created xsi:type="dcterms:W3CDTF">2026-08-28T14:43:40Z</dcterms:created>
  <dcterms:modified xsi:type="dcterms:W3CDTF">2026-08-28T14:43:40Z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2026-08-28T00:00:00Z</vt:filetime>
  </property>
  <property fmtid="{D5CDD505-2E9C-101B-9397-08002B2CF9AE}" pid="4" name="Creator">
    <vt:lpwstr>Canva</vt:lpwstr>
  </property>
  <property fmtid="{D5CDD505-2E9C-101B-9397-08002B2CF9AE}" pid="5" name="LastSaved">
    <vt:filetime>2026-08-28T00:00:00Z</vt:filetime>
  </property>
  <property fmtid="{D5CDD505-2E9C-101B-9397-08002B2CF9AE}" pid="6" name="Producer">
    <vt:lpwstr>iLovePDF</vt:lpwstr>
  </property>
</Properties>
</file>